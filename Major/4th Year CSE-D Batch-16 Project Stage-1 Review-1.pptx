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65" r:id="rId3"/>
    <p:sldId id="266" r:id="rId4"/>
    <p:sldId id="259" r:id="rId5"/>
    <p:sldId id="268" r:id="rId6"/>
    <p:sldId id="267" r:id="rId7"/>
    <p:sldId id="269"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mubashir" userId="a5309eecb86f3f09" providerId="LiveId" clId="{BF2EF72C-D107-45CB-A006-939A15CED401}"/>
    <pc:docChg chg="undo custSel addSld delSld modSld sldOrd">
      <pc:chgData name="abdul mubashir" userId="a5309eecb86f3f09" providerId="LiveId" clId="{BF2EF72C-D107-45CB-A006-939A15CED401}" dt="2026-07-27T05:29:11.865" v="280"/>
      <pc:docMkLst>
        <pc:docMk/>
      </pc:docMkLst>
      <pc:sldChg chg="modSp mod">
        <pc:chgData name="abdul mubashir" userId="a5309eecb86f3f09" providerId="LiveId" clId="{BF2EF72C-D107-45CB-A006-939A15CED401}" dt="2026-07-26T17:24:48.866" v="9" actId="20577"/>
        <pc:sldMkLst>
          <pc:docMk/>
          <pc:sldMk cId="0" sldId="256"/>
        </pc:sldMkLst>
        <pc:spChg chg="mod">
          <ac:chgData name="abdul mubashir" userId="a5309eecb86f3f09" providerId="LiveId" clId="{BF2EF72C-D107-45CB-A006-939A15CED401}" dt="2026-07-26T17:24:39.926" v="2" actId="20577"/>
          <ac:spMkLst>
            <pc:docMk/>
            <pc:sldMk cId="0" sldId="256"/>
            <ac:spMk id="13" creationId="{00000000-0000-0000-0000-000000000000}"/>
          </ac:spMkLst>
        </pc:spChg>
        <pc:spChg chg="mod">
          <ac:chgData name="abdul mubashir" userId="a5309eecb86f3f09" providerId="LiveId" clId="{BF2EF72C-D107-45CB-A006-939A15CED401}" dt="2026-07-26T17:24:48.866" v="9" actId="20577"/>
          <ac:spMkLst>
            <pc:docMk/>
            <pc:sldMk cId="0" sldId="256"/>
            <ac:spMk id="17" creationId="{00000000-0000-0000-0000-000000000000}"/>
          </ac:spMkLst>
        </pc:spChg>
      </pc:sldChg>
      <pc:sldChg chg="addSp delSp modSp del mod">
        <pc:chgData name="abdul mubashir" userId="a5309eecb86f3f09" providerId="LiveId" clId="{BF2EF72C-D107-45CB-A006-939A15CED401}" dt="2026-07-26T17:36:59.781" v="100" actId="47"/>
        <pc:sldMkLst>
          <pc:docMk/>
          <pc:sldMk cId="0" sldId="257"/>
        </pc:sldMkLst>
        <pc:spChg chg="mod">
          <ac:chgData name="abdul mubashir" userId="a5309eecb86f3f09" providerId="LiveId" clId="{BF2EF72C-D107-45CB-A006-939A15CED401}" dt="2026-07-26T17:28:44.784" v="20" actId="14100"/>
          <ac:spMkLst>
            <pc:docMk/>
            <pc:sldMk cId="0" sldId="257"/>
            <ac:spMk id="2" creationId="{00000000-0000-0000-0000-000000000000}"/>
          </ac:spMkLst>
        </pc:spChg>
        <pc:spChg chg="add del">
          <ac:chgData name="abdul mubashir" userId="a5309eecb86f3f09" providerId="LiveId" clId="{BF2EF72C-D107-45CB-A006-939A15CED401}" dt="2026-07-26T17:28:10.024" v="11"/>
          <ac:spMkLst>
            <pc:docMk/>
            <pc:sldMk cId="0" sldId="257"/>
            <ac:spMk id="3" creationId="{49AECD84-E736-4025-A028-21D167973D3D}"/>
          </ac:spMkLst>
        </pc:spChg>
        <pc:spChg chg="del">
          <ac:chgData name="abdul mubashir" userId="a5309eecb86f3f09" providerId="LiveId" clId="{BF2EF72C-D107-45CB-A006-939A15CED401}" dt="2026-07-26T17:28:54.704" v="21" actId="478"/>
          <ac:spMkLst>
            <pc:docMk/>
            <pc:sldMk cId="0" sldId="257"/>
            <ac:spMk id="4" creationId="{315B14FB-E47A-416B-B9B0-791501D1F4BA}"/>
          </ac:spMkLst>
        </pc:spChg>
        <pc:spChg chg="add del">
          <ac:chgData name="abdul mubashir" userId="a5309eecb86f3f09" providerId="LiveId" clId="{BF2EF72C-D107-45CB-A006-939A15CED401}" dt="2026-07-26T17:28:18.394" v="13"/>
          <ac:spMkLst>
            <pc:docMk/>
            <pc:sldMk cId="0" sldId="257"/>
            <ac:spMk id="7" creationId="{E97E6BF4-D749-45B1-94DC-8636250E89DE}"/>
          </ac:spMkLst>
        </pc:spChg>
        <pc:spChg chg="add mod ord">
          <ac:chgData name="abdul mubashir" userId="a5309eecb86f3f09" providerId="LiveId" clId="{BF2EF72C-D107-45CB-A006-939A15CED401}" dt="2026-07-26T17:28:39.232" v="18" actId="14100"/>
          <ac:spMkLst>
            <pc:docMk/>
            <pc:sldMk cId="0" sldId="257"/>
            <ac:spMk id="9" creationId="{F3DF62A0-6631-4636-B59D-44959F17DDF4}"/>
          </ac:spMkLst>
        </pc:spChg>
        <pc:spChg chg="add del mod">
          <ac:chgData name="abdul mubashir" userId="a5309eecb86f3f09" providerId="LiveId" clId="{BF2EF72C-D107-45CB-A006-939A15CED401}" dt="2026-07-26T17:30:54.158" v="37"/>
          <ac:spMkLst>
            <pc:docMk/>
            <pc:sldMk cId="0" sldId="257"/>
            <ac:spMk id="10" creationId="{290B8583-9C7F-4485-A055-8DBB788F1F01}"/>
          </ac:spMkLst>
        </pc:spChg>
        <pc:spChg chg="add del mod">
          <ac:chgData name="abdul mubashir" userId="a5309eecb86f3f09" providerId="LiveId" clId="{BF2EF72C-D107-45CB-A006-939A15CED401}" dt="2026-07-26T17:30:53.220" v="34"/>
          <ac:spMkLst>
            <pc:docMk/>
            <pc:sldMk cId="0" sldId="257"/>
            <ac:spMk id="11" creationId="{B8D2D37F-4D01-4770-8776-B6E80C721030}"/>
          </ac:spMkLst>
        </pc:spChg>
        <pc:spChg chg="add del mod">
          <ac:chgData name="abdul mubashir" userId="a5309eecb86f3f09" providerId="LiveId" clId="{BF2EF72C-D107-45CB-A006-939A15CED401}" dt="2026-07-26T17:30:51.961" v="32"/>
          <ac:spMkLst>
            <pc:docMk/>
            <pc:sldMk cId="0" sldId="257"/>
            <ac:spMk id="12" creationId="{612AB3E0-1A49-4584-A91B-57F0D08529FC}"/>
          </ac:spMkLst>
        </pc:spChg>
        <pc:spChg chg="add del mod">
          <ac:chgData name="abdul mubashir" userId="a5309eecb86f3f09" providerId="LiveId" clId="{BF2EF72C-D107-45CB-A006-939A15CED401}" dt="2026-07-26T17:30:51.961" v="32"/>
          <ac:spMkLst>
            <pc:docMk/>
            <pc:sldMk cId="0" sldId="257"/>
            <ac:spMk id="13" creationId="{5C5D7B21-7D5E-4F60-AEEB-62FE5B8CCD3F}"/>
          </ac:spMkLst>
        </pc:spChg>
        <pc:spChg chg="add del mod">
          <ac:chgData name="abdul mubashir" userId="a5309eecb86f3f09" providerId="LiveId" clId="{BF2EF72C-D107-45CB-A006-939A15CED401}" dt="2026-07-26T17:30:51.961" v="32"/>
          <ac:spMkLst>
            <pc:docMk/>
            <pc:sldMk cId="0" sldId="257"/>
            <ac:spMk id="14" creationId="{AC7229D9-5CD5-4407-BB88-3CDBF866EC65}"/>
          </ac:spMkLst>
        </pc:spChg>
        <pc:spChg chg="add del mod">
          <ac:chgData name="abdul mubashir" userId="a5309eecb86f3f09" providerId="LiveId" clId="{BF2EF72C-D107-45CB-A006-939A15CED401}" dt="2026-07-26T17:30:51.961" v="32"/>
          <ac:spMkLst>
            <pc:docMk/>
            <pc:sldMk cId="0" sldId="257"/>
            <ac:spMk id="15" creationId="{58C6FCC6-B4E5-4E57-83F7-6385F06966C2}"/>
          </ac:spMkLst>
        </pc:spChg>
        <pc:spChg chg="add del mod">
          <ac:chgData name="abdul mubashir" userId="a5309eecb86f3f09" providerId="LiveId" clId="{BF2EF72C-D107-45CB-A006-939A15CED401}" dt="2026-07-26T17:30:51.961" v="32"/>
          <ac:spMkLst>
            <pc:docMk/>
            <pc:sldMk cId="0" sldId="257"/>
            <ac:spMk id="16" creationId="{2CFF67FA-DD43-4E0E-91FF-4ECA5BC780AF}"/>
          </ac:spMkLst>
        </pc:spChg>
        <pc:spChg chg="add del mod">
          <ac:chgData name="abdul mubashir" userId="a5309eecb86f3f09" providerId="LiveId" clId="{BF2EF72C-D107-45CB-A006-939A15CED401}" dt="2026-07-26T17:30:51.961" v="32"/>
          <ac:spMkLst>
            <pc:docMk/>
            <pc:sldMk cId="0" sldId="257"/>
            <ac:spMk id="17" creationId="{D5CA64D2-B183-4042-9B42-A92455BC22E6}"/>
          </ac:spMkLst>
        </pc:spChg>
        <pc:spChg chg="add del mod">
          <ac:chgData name="abdul mubashir" userId="a5309eecb86f3f09" providerId="LiveId" clId="{BF2EF72C-D107-45CB-A006-939A15CED401}" dt="2026-07-26T17:30:51.961" v="32"/>
          <ac:spMkLst>
            <pc:docMk/>
            <pc:sldMk cId="0" sldId="257"/>
            <ac:spMk id="18" creationId="{2B94C49E-9B88-4354-93EF-5062352A2613}"/>
          </ac:spMkLst>
        </pc:spChg>
        <pc:spChg chg="add del mod">
          <ac:chgData name="abdul mubashir" userId="a5309eecb86f3f09" providerId="LiveId" clId="{BF2EF72C-D107-45CB-A006-939A15CED401}" dt="2026-07-26T17:30:51.961" v="32"/>
          <ac:spMkLst>
            <pc:docMk/>
            <pc:sldMk cId="0" sldId="257"/>
            <ac:spMk id="19" creationId="{3BA7B133-0089-4F24-AFB3-1979D229D661}"/>
          </ac:spMkLst>
        </pc:spChg>
        <pc:spChg chg="add del mod">
          <ac:chgData name="abdul mubashir" userId="a5309eecb86f3f09" providerId="LiveId" clId="{BF2EF72C-D107-45CB-A006-939A15CED401}" dt="2026-07-26T17:30:51.961" v="32"/>
          <ac:spMkLst>
            <pc:docMk/>
            <pc:sldMk cId="0" sldId="257"/>
            <ac:spMk id="20" creationId="{28210557-AC90-409A-9DEE-E145095C9314}"/>
          </ac:spMkLst>
        </pc:spChg>
        <pc:spChg chg="add del mod">
          <ac:chgData name="abdul mubashir" userId="a5309eecb86f3f09" providerId="LiveId" clId="{BF2EF72C-D107-45CB-A006-939A15CED401}" dt="2026-07-26T17:30:51.961" v="32"/>
          <ac:spMkLst>
            <pc:docMk/>
            <pc:sldMk cId="0" sldId="257"/>
            <ac:spMk id="21" creationId="{F8BDA2AD-1C8E-4072-9069-BF37D7C05D89}"/>
          </ac:spMkLst>
        </pc:spChg>
        <pc:spChg chg="add del mod">
          <ac:chgData name="abdul mubashir" userId="a5309eecb86f3f09" providerId="LiveId" clId="{BF2EF72C-D107-45CB-A006-939A15CED401}" dt="2026-07-26T17:30:51.961" v="32"/>
          <ac:spMkLst>
            <pc:docMk/>
            <pc:sldMk cId="0" sldId="257"/>
            <ac:spMk id="22" creationId="{D536E06C-3970-43C2-B1BA-BAE80B6465F3}"/>
          </ac:spMkLst>
        </pc:spChg>
        <pc:spChg chg="add del mod">
          <ac:chgData name="abdul mubashir" userId="a5309eecb86f3f09" providerId="LiveId" clId="{BF2EF72C-D107-45CB-A006-939A15CED401}" dt="2026-07-26T17:30:51.961" v="32"/>
          <ac:spMkLst>
            <pc:docMk/>
            <pc:sldMk cId="0" sldId="257"/>
            <ac:spMk id="23" creationId="{580F499B-589E-4720-894D-74F291F7120C}"/>
          </ac:spMkLst>
        </pc:spChg>
        <pc:spChg chg="add del mod">
          <ac:chgData name="abdul mubashir" userId="a5309eecb86f3f09" providerId="LiveId" clId="{BF2EF72C-D107-45CB-A006-939A15CED401}" dt="2026-07-26T17:31:30.948" v="45"/>
          <ac:spMkLst>
            <pc:docMk/>
            <pc:sldMk cId="0" sldId="257"/>
            <ac:spMk id="24" creationId="{16376C6B-1E59-4847-A6E9-90B076CA7A91}"/>
          </ac:spMkLst>
        </pc:spChg>
        <pc:spChg chg="add del mod">
          <ac:chgData name="abdul mubashir" userId="a5309eecb86f3f09" providerId="LiveId" clId="{BF2EF72C-D107-45CB-A006-939A15CED401}" dt="2026-07-26T17:31:30.948" v="45"/>
          <ac:spMkLst>
            <pc:docMk/>
            <pc:sldMk cId="0" sldId="257"/>
            <ac:spMk id="25" creationId="{2A7F8C89-021E-407F-BE89-BC2133AD0F95}"/>
          </ac:spMkLst>
        </pc:spChg>
        <pc:spChg chg="add del mod">
          <ac:chgData name="abdul mubashir" userId="a5309eecb86f3f09" providerId="LiveId" clId="{BF2EF72C-D107-45CB-A006-939A15CED401}" dt="2026-07-26T17:31:30.948" v="45"/>
          <ac:spMkLst>
            <pc:docMk/>
            <pc:sldMk cId="0" sldId="257"/>
            <ac:spMk id="26" creationId="{A5AE7BD4-A45A-4C5F-A32E-BACEAE0038B9}"/>
          </ac:spMkLst>
        </pc:spChg>
        <pc:spChg chg="add del mod">
          <ac:chgData name="abdul mubashir" userId="a5309eecb86f3f09" providerId="LiveId" clId="{BF2EF72C-D107-45CB-A006-939A15CED401}" dt="2026-07-26T17:31:30.948" v="45"/>
          <ac:spMkLst>
            <pc:docMk/>
            <pc:sldMk cId="0" sldId="257"/>
            <ac:spMk id="27" creationId="{A71E7989-F032-407F-BD0A-22BB4A8D55D6}"/>
          </ac:spMkLst>
        </pc:spChg>
        <pc:spChg chg="add del mod">
          <ac:chgData name="abdul mubashir" userId="a5309eecb86f3f09" providerId="LiveId" clId="{BF2EF72C-D107-45CB-A006-939A15CED401}" dt="2026-07-26T17:31:30.948" v="45"/>
          <ac:spMkLst>
            <pc:docMk/>
            <pc:sldMk cId="0" sldId="257"/>
            <ac:spMk id="28" creationId="{A3082628-0A2B-47A1-B83D-32422C0A642E}"/>
          </ac:spMkLst>
        </pc:spChg>
        <pc:spChg chg="add del mod">
          <ac:chgData name="abdul mubashir" userId="a5309eecb86f3f09" providerId="LiveId" clId="{BF2EF72C-D107-45CB-A006-939A15CED401}" dt="2026-07-26T17:31:30.948" v="45"/>
          <ac:spMkLst>
            <pc:docMk/>
            <pc:sldMk cId="0" sldId="257"/>
            <ac:spMk id="29" creationId="{FC670A04-3C2D-4984-9447-E3B27C79D468}"/>
          </ac:spMkLst>
        </pc:spChg>
        <pc:spChg chg="add del mod">
          <ac:chgData name="abdul mubashir" userId="a5309eecb86f3f09" providerId="LiveId" clId="{BF2EF72C-D107-45CB-A006-939A15CED401}" dt="2026-07-26T17:31:30.948" v="45"/>
          <ac:spMkLst>
            <pc:docMk/>
            <pc:sldMk cId="0" sldId="257"/>
            <ac:spMk id="30" creationId="{13C47347-D19D-4138-BCE3-7496F249E5D4}"/>
          </ac:spMkLst>
        </pc:spChg>
        <pc:spChg chg="add del mod">
          <ac:chgData name="abdul mubashir" userId="a5309eecb86f3f09" providerId="LiveId" clId="{BF2EF72C-D107-45CB-A006-939A15CED401}" dt="2026-07-26T17:31:30.948" v="45"/>
          <ac:spMkLst>
            <pc:docMk/>
            <pc:sldMk cId="0" sldId="257"/>
            <ac:spMk id="31" creationId="{0BC7C4EA-169E-4A16-9ECE-EBA087DE72C2}"/>
          </ac:spMkLst>
        </pc:spChg>
        <pc:spChg chg="add del mod">
          <ac:chgData name="abdul mubashir" userId="a5309eecb86f3f09" providerId="LiveId" clId="{BF2EF72C-D107-45CB-A006-939A15CED401}" dt="2026-07-26T17:31:30.948" v="45"/>
          <ac:spMkLst>
            <pc:docMk/>
            <pc:sldMk cId="0" sldId="257"/>
            <ac:spMk id="32" creationId="{5549B820-1337-4198-AFEE-50BBC2EF6B4E}"/>
          </ac:spMkLst>
        </pc:spChg>
        <pc:spChg chg="add del mod">
          <ac:chgData name="abdul mubashir" userId="a5309eecb86f3f09" providerId="LiveId" clId="{BF2EF72C-D107-45CB-A006-939A15CED401}" dt="2026-07-26T17:31:30.948" v="45"/>
          <ac:spMkLst>
            <pc:docMk/>
            <pc:sldMk cId="0" sldId="257"/>
            <ac:spMk id="33" creationId="{19EB24FF-9622-43AD-B1A1-6B4ADD497D58}"/>
          </ac:spMkLst>
        </pc:spChg>
        <pc:spChg chg="add del mod">
          <ac:chgData name="abdul mubashir" userId="a5309eecb86f3f09" providerId="LiveId" clId="{BF2EF72C-D107-45CB-A006-939A15CED401}" dt="2026-07-26T17:31:30.948" v="45"/>
          <ac:spMkLst>
            <pc:docMk/>
            <pc:sldMk cId="0" sldId="257"/>
            <ac:spMk id="34" creationId="{DF1F6473-9B08-40D7-BA7E-D4449595EBBB}"/>
          </ac:spMkLst>
        </pc:spChg>
        <pc:spChg chg="add del mod">
          <ac:chgData name="abdul mubashir" userId="a5309eecb86f3f09" providerId="LiveId" clId="{BF2EF72C-D107-45CB-A006-939A15CED401}" dt="2026-07-26T17:31:30.948" v="45"/>
          <ac:spMkLst>
            <pc:docMk/>
            <pc:sldMk cId="0" sldId="257"/>
            <ac:spMk id="35" creationId="{292F8D8A-4011-44AA-B8DF-AC6656AC8457}"/>
          </ac:spMkLst>
        </pc:spChg>
        <pc:spChg chg="add del mod">
          <ac:chgData name="abdul mubashir" userId="a5309eecb86f3f09" providerId="LiveId" clId="{BF2EF72C-D107-45CB-A006-939A15CED401}" dt="2026-07-26T17:31:30.948" v="45"/>
          <ac:spMkLst>
            <pc:docMk/>
            <pc:sldMk cId="0" sldId="257"/>
            <ac:spMk id="36" creationId="{43DD6F76-A0AC-4F8A-89D1-76AE5BD5CCEE}"/>
          </ac:spMkLst>
        </pc:spChg>
        <pc:spChg chg="add mod">
          <ac:chgData name="abdul mubashir" userId="a5309eecb86f3f09" providerId="LiveId" clId="{BF2EF72C-D107-45CB-A006-939A15CED401}" dt="2026-07-26T17:34:19.398" v="85" actId="14100"/>
          <ac:spMkLst>
            <pc:docMk/>
            <pc:sldMk cId="0" sldId="257"/>
            <ac:spMk id="37" creationId="{401046E5-F7F9-4E43-BCF1-C5CCD9414E6A}"/>
          </ac:spMkLst>
        </pc:spChg>
        <pc:spChg chg="add mod">
          <ac:chgData name="abdul mubashir" userId="a5309eecb86f3f09" providerId="LiveId" clId="{BF2EF72C-D107-45CB-A006-939A15CED401}" dt="2026-07-26T17:32:03.971" v="52" actId="403"/>
          <ac:spMkLst>
            <pc:docMk/>
            <pc:sldMk cId="0" sldId="257"/>
            <ac:spMk id="38" creationId="{91FD6672-5BBC-437C-8474-4539AAF2EDFF}"/>
          </ac:spMkLst>
        </pc:spChg>
        <pc:spChg chg="add mod">
          <ac:chgData name="abdul mubashir" userId="a5309eecb86f3f09" providerId="LiveId" clId="{BF2EF72C-D107-45CB-A006-939A15CED401}" dt="2026-07-26T17:32:28.106" v="58" actId="1076"/>
          <ac:spMkLst>
            <pc:docMk/>
            <pc:sldMk cId="0" sldId="257"/>
            <ac:spMk id="39" creationId="{82277528-77BD-47FB-9F9B-94972CC7E6C9}"/>
          </ac:spMkLst>
        </pc:spChg>
        <pc:spChg chg="add mod">
          <ac:chgData name="abdul mubashir" userId="a5309eecb86f3f09" providerId="LiveId" clId="{BF2EF72C-D107-45CB-A006-939A15CED401}" dt="2026-07-26T17:34:14.455" v="84" actId="403"/>
          <ac:spMkLst>
            <pc:docMk/>
            <pc:sldMk cId="0" sldId="257"/>
            <ac:spMk id="40" creationId="{82E1F670-35F8-41E7-BA5F-195BBCDDC2E3}"/>
          </ac:spMkLst>
        </pc:spChg>
        <pc:spChg chg="add mod">
          <ac:chgData name="abdul mubashir" userId="a5309eecb86f3f09" providerId="LiveId" clId="{BF2EF72C-D107-45CB-A006-939A15CED401}" dt="2026-07-26T17:32:47.161" v="63" actId="1076"/>
          <ac:spMkLst>
            <pc:docMk/>
            <pc:sldMk cId="0" sldId="257"/>
            <ac:spMk id="41" creationId="{F7D261EC-AE69-4F7D-8562-2CE51ADB7F6A}"/>
          </ac:spMkLst>
        </pc:spChg>
        <pc:spChg chg="add mod">
          <ac:chgData name="abdul mubashir" userId="a5309eecb86f3f09" providerId="LiveId" clId="{BF2EF72C-D107-45CB-A006-939A15CED401}" dt="2026-07-26T17:34:10.267" v="83" actId="403"/>
          <ac:spMkLst>
            <pc:docMk/>
            <pc:sldMk cId="0" sldId="257"/>
            <ac:spMk id="42" creationId="{F1DF66F0-5993-45D0-92A5-7FA1C2353F69}"/>
          </ac:spMkLst>
        </pc:spChg>
        <pc:spChg chg="add mod">
          <ac:chgData name="abdul mubashir" userId="a5309eecb86f3f09" providerId="LiveId" clId="{BF2EF72C-D107-45CB-A006-939A15CED401}" dt="2026-07-26T17:33:25.041" v="70" actId="1076"/>
          <ac:spMkLst>
            <pc:docMk/>
            <pc:sldMk cId="0" sldId="257"/>
            <ac:spMk id="43" creationId="{877E9540-385B-49EA-B6A4-0D24325A872C}"/>
          </ac:spMkLst>
        </pc:spChg>
        <pc:spChg chg="add mod">
          <ac:chgData name="abdul mubashir" userId="a5309eecb86f3f09" providerId="LiveId" clId="{BF2EF72C-D107-45CB-A006-939A15CED401}" dt="2026-07-26T17:34:06.880" v="82" actId="403"/>
          <ac:spMkLst>
            <pc:docMk/>
            <pc:sldMk cId="0" sldId="257"/>
            <ac:spMk id="44" creationId="{BCC6865D-5E85-4F1A-9E40-452A5CE80502}"/>
          </ac:spMkLst>
        </pc:spChg>
        <pc:spChg chg="add mod">
          <ac:chgData name="abdul mubashir" userId="a5309eecb86f3f09" providerId="LiveId" clId="{BF2EF72C-D107-45CB-A006-939A15CED401}" dt="2026-07-26T17:33:31.680" v="71" actId="1076"/>
          <ac:spMkLst>
            <pc:docMk/>
            <pc:sldMk cId="0" sldId="257"/>
            <ac:spMk id="45" creationId="{9E86139A-B681-42AD-B7E8-DE411E63D2E8}"/>
          </ac:spMkLst>
        </pc:spChg>
        <pc:spChg chg="add mod">
          <ac:chgData name="abdul mubashir" userId="a5309eecb86f3f09" providerId="LiveId" clId="{BF2EF72C-D107-45CB-A006-939A15CED401}" dt="2026-07-26T17:34:04.033" v="81" actId="403"/>
          <ac:spMkLst>
            <pc:docMk/>
            <pc:sldMk cId="0" sldId="257"/>
            <ac:spMk id="46" creationId="{08CDAC33-5828-4675-832F-22553D76D09D}"/>
          </ac:spMkLst>
        </pc:spChg>
        <pc:spChg chg="add mod">
          <ac:chgData name="abdul mubashir" userId="a5309eecb86f3f09" providerId="LiveId" clId="{BF2EF72C-D107-45CB-A006-939A15CED401}" dt="2026-07-26T17:33:48.652" v="76" actId="1076"/>
          <ac:spMkLst>
            <pc:docMk/>
            <pc:sldMk cId="0" sldId="257"/>
            <ac:spMk id="47" creationId="{A579D79E-CF13-4181-A786-3BEA1D2EC3DC}"/>
          </ac:spMkLst>
        </pc:spChg>
        <pc:spChg chg="add mod">
          <ac:chgData name="abdul mubashir" userId="a5309eecb86f3f09" providerId="LiveId" clId="{BF2EF72C-D107-45CB-A006-939A15CED401}" dt="2026-07-26T17:34:01.120" v="80" actId="403"/>
          <ac:spMkLst>
            <pc:docMk/>
            <pc:sldMk cId="0" sldId="257"/>
            <ac:spMk id="48" creationId="{76FD9595-CC82-462E-8216-C11C2F7B2CD4}"/>
          </ac:spMkLst>
        </pc:spChg>
        <pc:picChg chg="del">
          <ac:chgData name="abdul mubashir" userId="a5309eecb86f3f09" providerId="LiveId" clId="{BF2EF72C-D107-45CB-A006-939A15CED401}" dt="2026-07-26T17:36:49.090" v="95" actId="21"/>
          <ac:picMkLst>
            <pc:docMk/>
            <pc:sldMk cId="0" sldId="257"/>
            <ac:picMk id="8" creationId="{80C70225-8330-42BD-BFDC-2711A69BFAE2}"/>
          </ac:picMkLst>
        </pc:picChg>
      </pc:sldChg>
      <pc:sldChg chg="del">
        <pc:chgData name="abdul mubashir" userId="a5309eecb86f3f09" providerId="LiveId" clId="{BF2EF72C-D107-45CB-A006-939A15CED401}" dt="2026-07-26T17:42:23.366" v="147" actId="47"/>
        <pc:sldMkLst>
          <pc:docMk/>
          <pc:sldMk cId="0" sldId="258"/>
        </pc:sldMkLst>
      </pc:sldChg>
      <pc:sldChg chg="addSp delSp modSp add del mod ord setBg">
        <pc:chgData name="abdul mubashir" userId="a5309eecb86f3f09" providerId="LiveId" clId="{BF2EF72C-D107-45CB-A006-939A15CED401}" dt="2026-07-27T05:29:09.488" v="278"/>
        <pc:sldMkLst>
          <pc:docMk/>
          <pc:sldMk cId="0" sldId="259"/>
        </pc:sldMkLst>
        <pc:spChg chg="add del mod">
          <ac:chgData name="abdul mubashir" userId="a5309eecb86f3f09" providerId="LiveId" clId="{BF2EF72C-D107-45CB-A006-939A15CED401}" dt="2026-07-26T18:03:14.913" v="241"/>
          <ac:spMkLst>
            <pc:docMk/>
            <pc:sldMk cId="0" sldId="259"/>
            <ac:spMk id="16" creationId="{94915AB1-B7A6-414C-8CDA-DFF3A80DAFCD}"/>
          </ac:spMkLst>
        </pc:spChg>
        <pc:spChg chg="add del mod">
          <ac:chgData name="abdul mubashir" userId="a5309eecb86f3f09" providerId="LiveId" clId="{BF2EF72C-D107-45CB-A006-939A15CED401}" dt="2026-07-26T18:04:00.297" v="251"/>
          <ac:spMkLst>
            <pc:docMk/>
            <pc:sldMk cId="0" sldId="259"/>
            <ac:spMk id="17" creationId="{B7DE4FC6-09CF-4393-9D75-E82DB7C0A96F}"/>
          </ac:spMkLst>
        </pc:spChg>
      </pc:sldChg>
      <pc:sldChg chg="add del ord setBg">
        <pc:chgData name="abdul mubashir" userId="a5309eecb86f3f09" providerId="LiveId" clId="{BF2EF72C-D107-45CB-A006-939A15CED401}" dt="2026-07-26T17:49:42.325" v="164" actId="47"/>
        <pc:sldMkLst>
          <pc:docMk/>
          <pc:sldMk cId="0" sldId="260"/>
        </pc:sldMkLst>
      </pc:sldChg>
      <pc:sldChg chg="del">
        <pc:chgData name="abdul mubashir" userId="a5309eecb86f3f09" providerId="LiveId" clId="{BF2EF72C-D107-45CB-A006-939A15CED401}" dt="2026-07-26T17:53:09.318" v="214" actId="47"/>
        <pc:sldMkLst>
          <pc:docMk/>
          <pc:sldMk cId="0" sldId="261"/>
        </pc:sldMkLst>
      </pc:sldChg>
      <pc:sldChg chg="del">
        <pc:chgData name="abdul mubashir" userId="a5309eecb86f3f09" providerId="LiveId" clId="{BF2EF72C-D107-45CB-A006-939A15CED401}" dt="2026-07-26T17:54:15.681" v="218" actId="47"/>
        <pc:sldMkLst>
          <pc:docMk/>
          <pc:sldMk cId="0" sldId="262"/>
        </pc:sldMkLst>
      </pc:sldChg>
      <pc:sldChg chg="addSp modSp">
        <pc:chgData name="abdul mubashir" userId="a5309eecb86f3f09" providerId="LiveId" clId="{BF2EF72C-D107-45CB-A006-939A15CED401}" dt="2026-07-26T18:04:43.724" v="266"/>
        <pc:sldMkLst>
          <pc:docMk/>
          <pc:sldMk cId="0" sldId="263"/>
        </pc:sldMkLst>
        <pc:spChg chg="add mod">
          <ac:chgData name="abdul mubashir" userId="a5309eecb86f3f09" providerId="LiveId" clId="{BF2EF72C-D107-45CB-A006-939A15CED401}" dt="2026-07-26T18:04:43.724" v="266"/>
          <ac:spMkLst>
            <pc:docMk/>
            <pc:sldMk cId="0" sldId="263"/>
            <ac:spMk id="6" creationId="{A52D1BDE-8C3F-412C-A518-D2F8DC02BB0A}"/>
          </ac:spMkLst>
        </pc:spChg>
      </pc:sldChg>
      <pc:sldChg chg="addSp delSp modSp mod">
        <pc:chgData name="abdul mubashir" userId="a5309eecb86f3f09" providerId="LiveId" clId="{BF2EF72C-D107-45CB-A006-939A15CED401}" dt="2026-07-26T18:27:35.218" v="274" actId="1076"/>
        <pc:sldMkLst>
          <pc:docMk/>
          <pc:sldMk cId="0" sldId="264"/>
        </pc:sldMkLst>
        <pc:spChg chg="add mod">
          <ac:chgData name="abdul mubashir" userId="a5309eecb86f3f09" providerId="LiveId" clId="{BF2EF72C-D107-45CB-A006-939A15CED401}" dt="2026-07-26T18:04:48.027" v="267"/>
          <ac:spMkLst>
            <pc:docMk/>
            <pc:sldMk cId="0" sldId="264"/>
            <ac:spMk id="4" creationId="{21F27897-A1D4-4F5B-AE5C-722A080EC7EC}"/>
          </ac:spMkLst>
        </pc:spChg>
        <pc:picChg chg="del mod modCrop">
          <ac:chgData name="abdul mubashir" userId="a5309eecb86f3f09" providerId="LiveId" clId="{BF2EF72C-D107-45CB-A006-939A15CED401}" dt="2026-07-26T18:27:25.279" v="270" actId="478"/>
          <ac:picMkLst>
            <pc:docMk/>
            <pc:sldMk cId="0" sldId="264"/>
            <ac:picMk id="5" creationId="{B5B702E4-A4F3-40A6-881A-3DD30A77E253}"/>
          </ac:picMkLst>
        </pc:picChg>
        <pc:picChg chg="add mod">
          <ac:chgData name="abdul mubashir" userId="a5309eecb86f3f09" providerId="LiveId" clId="{BF2EF72C-D107-45CB-A006-939A15CED401}" dt="2026-07-26T18:27:35.218" v="274" actId="1076"/>
          <ac:picMkLst>
            <pc:docMk/>
            <pc:sldMk cId="0" sldId="264"/>
            <ac:picMk id="6" creationId="{BBAF883E-BEDA-47FF-A340-DE3CDED1C2B8}"/>
          </ac:picMkLst>
        </pc:picChg>
      </pc:sldChg>
      <pc:sldChg chg="addSp delSp modSp new mod">
        <pc:chgData name="abdul mubashir" userId="a5309eecb86f3f09" providerId="LiveId" clId="{BF2EF72C-D107-45CB-A006-939A15CED401}" dt="2026-07-26T18:03:46.683" v="246" actId="1076"/>
        <pc:sldMkLst>
          <pc:docMk/>
          <pc:sldMk cId="4246689951" sldId="265"/>
        </pc:sldMkLst>
        <pc:spChg chg="add del mod">
          <ac:chgData name="abdul mubashir" userId="a5309eecb86f3f09" providerId="LiveId" clId="{BF2EF72C-D107-45CB-A006-939A15CED401}" dt="2026-07-26T18:02:18.176" v="229" actId="478"/>
          <ac:spMkLst>
            <pc:docMk/>
            <pc:sldMk cId="4246689951" sldId="265"/>
            <ac:spMk id="2" creationId="{89FBB65A-D291-4935-A520-20C02133A888}"/>
          </ac:spMkLst>
        </pc:spChg>
        <pc:spChg chg="add del mod">
          <ac:chgData name="abdul mubashir" userId="a5309eecb86f3f09" providerId="LiveId" clId="{BF2EF72C-D107-45CB-A006-939A15CED401}" dt="2026-07-26T17:37:02.196" v="101" actId="478"/>
          <ac:spMkLst>
            <pc:docMk/>
            <pc:sldMk cId="4246689951" sldId="265"/>
            <ac:spMk id="3" creationId="{EA50971A-FB98-4DC2-BD9B-288E3A23DE51}"/>
          </ac:spMkLst>
        </pc:spChg>
        <pc:spChg chg="add del mod">
          <ac:chgData name="abdul mubashir" userId="a5309eecb86f3f09" providerId="LiveId" clId="{BF2EF72C-D107-45CB-A006-939A15CED401}" dt="2026-07-26T17:37:24.325" v="104" actId="478"/>
          <ac:spMkLst>
            <pc:docMk/>
            <pc:sldMk cId="4246689951" sldId="265"/>
            <ac:spMk id="4" creationId="{37D42B5B-73E9-40BF-AA20-5189AFD7977D}"/>
          </ac:spMkLst>
        </pc:spChg>
        <pc:spChg chg="add mod">
          <ac:chgData name="abdul mubashir" userId="a5309eecb86f3f09" providerId="LiveId" clId="{BF2EF72C-D107-45CB-A006-939A15CED401}" dt="2026-07-26T17:37:29.248" v="105" actId="1076"/>
          <ac:spMkLst>
            <pc:docMk/>
            <pc:sldMk cId="4246689951" sldId="265"/>
            <ac:spMk id="5" creationId="{01723612-30C6-4C25-9D88-8581718413DF}"/>
          </ac:spMkLst>
        </pc:spChg>
        <pc:spChg chg="add mod">
          <ac:chgData name="abdul mubashir" userId="a5309eecb86f3f09" providerId="LiveId" clId="{BF2EF72C-D107-45CB-A006-939A15CED401}" dt="2026-07-26T17:38:17.159" v="111" actId="1076"/>
          <ac:spMkLst>
            <pc:docMk/>
            <pc:sldMk cId="4246689951" sldId="265"/>
            <ac:spMk id="6" creationId="{95A00C67-3076-49F3-95C8-CB4E7D1EBC9C}"/>
          </ac:spMkLst>
        </pc:spChg>
        <pc:spChg chg="add mod">
          <ac:chgData name="abdul mubashir" userId="a5309eecb86f3f09" providerId="LiveId" clId="{BF2EF72C-D107-45CB-A006-939A15CED401}" dt="2026-07-26T17:38:17.159" v="111" actId="1076"/>
          <ac:spMkLst>
            <pc:docMk/>
            <pc:sldMk cId="4246689951" sldId="265"/>
            <ac:spMk id="7" creationId="{C469816A-4DCE-4097-B8FB-24D2FFF3A13A}"/>
          </ac:spMkLst>
        </pc:spChg>
        <pc:spChg chg="add del mod">
          <ac:chgData name="abdul mubashir" userId="a5309eecb86f3f09" providerId="LiveId" clId="{BF2EF72C-D107-45CB-A006-939A15CED401}" dt="2026-07-26T17:44:08.027" v="152" actId="21"/>
          <ac:spMkLst>
            <pc:docMk/>
            <pc:sldMk cId="4246689951" sldId="265"/>
            <ac:spMk id="8" creationId="{C1F44661-5F9C-4920-9A78-1CF809FD55E8}"/>
          </ac:spMkLst>
        </pc:spChg>
        <pc:spChg chg="add mod">
          <ac:chgData name="abdul mubashir" userId="a5309eecb86f3f09" providerId="LiveId" clId="{BF2EF72C-D107-45CB-A006-939A15CED401}" dt="2026-07-26T17:38:17.159" v="111" actId="1076"/>
          <ac:spMkLst>
            <pc:docMk/>
            <pc:sldMk cId="4246689951" sldId="265"/>
            <ac:spMk id="9" creationId="{CCC70DA2-E2A0-495F-88E6-1A7041A91A1B}"/>
          </ac:spMkLst>
        </pc:spChg>
        <pc:spChg chg="add del mod">
          <ac:chgData name="abdul mubashir" userId="a5309eecb86f3f09" providerId="LiveId" clId="{BF2EF72C-D107-45CB-A006-939A15CED401}" dt="2026-07-26T17:44:08.027" v="152" actId="21"/>
          <ac:spMkLst>
            <pc:docMk/>
            <pc:sldMk cId="4246689951" sldId="265"/>
            <ac:spMk id="10" creationId="{4F7B3F01-39C8-4A8F-A0AD-CE70C4CC1336}"/>
          </ac:spMkLst>
        </pc:spChg>
        <pc:spChg chg="add mod">
          <ac:chgData name="abdul mubashir" userId="a5309eecb86f3f09" providerId="LiveId" clId="{BF2EF72C-D107-45CB-A006-939A15CED401}" dt="2026-07-26T17:38:17.159" v="111" actId="1076"/>
          <ac:spMkLst>
            <pc:docMk/>
            <pc:sldMk cId="4246689951" sldId="265"/>
            <ac:spMk id="11" creationId="{2B3BA56D-4916-4B97-8A27-652D7C325221}"/>
          </ac:spMkLst>
        </pc:spChg>
        <pc:spChg chg="add del mod">
          <ac:chgData name="abdul mubashir" userId="a5309eecb86f3f09" providerId="LiveId" clId="{BF2EF72C-D107-45CB-A006-939A15CED401}" dt="2026-07-26T17:44:08.027" v="152" actId="21"/>
          <ac:spMkLst>
            <pc:docMk/>
            <pc:sldMk cId="4246689951" sldId="265"/>
            <ac:spMk id="12" creationId="{E833B89A-29C2-4035-B484-20CA06F876A1}"/>
          </ac:spMkLst>
        </pc:spChg>
        <pc:spChg chg="add mod">
          <ac:chgData name="abdul mubashir" userId="a5309eecb86f3f09" providerId="LiveId" clId="{BF2EF72C-D107-45CB-A006-939A15CED401}" dt="2026-07-26T17:38:17.159" v="111" actId="1076"/>
          <ac:spMkLst>
            <pc:docMk/>
            <pc:sldMk cId="4246689951" sldId="265"/>
            <ac:spMk id="13" creationId="{F1AD160D-5859-4D11-9DDF-F574B3CA13BE}"/>
          </ac:spMkLst>
        </pc:spChg>
        <pc:spChg chg="add del mod">
          <ac:chgData name="abdul mubashir" userId="a5309eecb86f3f09" providerId="LiveId" clId="{BF2EF72C-D107-45CB-A006-939A15CED401}" dt="2026-07-26T17:44:08.027" v="152" actId="21"/>
          <ac:spMkLst>
            <pc:docMk/>
            <pc:sldMk cId="4246689951" sldId="265"/>
            <ac:spMk id="14" creationId="{920FEEB0-8F52-4913-90EF-5EA63D2549F7}"/>
          </ac:spMkLst>
        </pc:spChg>
        <pc:spChg chg="add mod">
          <ac:chgData name="abdul mubashir" userId="a5309eecb86f3f09" providerId="LiveId" clId="{BF2EF72C-D107-45CB-A006-939A15CED401}" dt="2026-07-26T17:38:17.159" v="111" actId="1076"/>
          <ac:spMkLst>
            <pc:docMk/>
            <pc:sldMk cId="4246689951" sldId="265"/>
            <ac:spMk id="15" creationId="{D3753AAE-F75A-4470-AE35-EB909CB5747A}"/>
          </ac:spMkLst>
        </pc:spChg>
        <pc:spChg chg="add del mod">
          <ac:chgData name="abdul mubashir" userId="a5309eecb86f3f09" providerId="LiveId" clId="{BF2EF72C-D107-45CB-A006-939A15CED401}" dt="2026-07-26T17:44:08.027" v="152" actId="21"/>
          <ac:spMkLst>
            <pc:docMk/>
            <pc:sldMk cId="4246689951" sldId="265"/>
            <ac:spMk id="16" creationId="{92427EC1-02C2-4EAC-B198-832E8E0451F0}"/>
          </ac:spMkLst>
        </pc:spChg>
        <pc:spChg chg="add mod">
          <ac:chgData name="abdul mubashir" userId="a5309eecb86f3f09" providerId="LiveId" clId="{BF2EF72C-D107-45CB-A006-939A15CED401}" dt="2026-07-26T17:38:17.159" v="111" actId="1076"/>
          <ac:spMkLst>
            <pc:docMk/>
            <pc:sldMk cId="4246689951" sldId="265"/>
            <ac:spMk id="17" creationId="{989A6936-1AD6-4B1F-A9DA-F5D2724F8614}"/>
          </ac:spMkLst>
        </pc:spChg>
        <pc:spChg chg="add del mod">
          <ac:chgData name="abdul mubashir" userId="a5309eecb86f3f09" providerId="LiveId" clId="{BF2EF72C-D107-45CB-A006-939A15CED401}" dt="2026-07-26T17:36:45.641" v="94" actId="478"/>
          <ac:spMkLst>
            <pc:docMk/>
            <pc:sldMk cId="4246689951" sldId="265"/>
            <ac:spMk id="18" creationId="{AD55B0E0-4B45-4365-ABAD-2F9D6B6DFB6D}"/>
          </ac:spMkLst>
        </pc:spChg>
        <pc:spChg chg="add del mod">
          <ac:chgData name="abdul mubashir" userId="a5309eecb86f3f09" providerId="LiveId" clId="{BF2EF72C-D107-45CB-A006-939A15CED401}" dt="2026-07-26T17:36:39.989" v="93" actId="478"/>
          <ac:spMkLst>
            <pc:docMk/>
            <pc:sldMk cId="4246689951" sldId="265"/>
            <ac:spMk id="19" creationId="{5633E2C8-044C-4DD7-AD6C-320FE93A0B4E}"/>
          </ac:spMkLst>
        </pc:spChg>
        <pc:spChg chg="add del mod">
          <ac:chgData name="abdul mubashir" userId="a5309eecb86f3f09" providerId="LiveId" clId="{BF2EF72C-D107-45CB-A006-939A15CED401}" dt="2026-07-26T17:36:39.989" v="93" actId="478"/>
          <ac:spMkLst>
            <pc:docMk/>
            <pc:sldMk cId="4246689951" sldId="265"/>
            <ac:spMk id="20" creationId="{3330FF68-699A-4718-A5B3-08D0FAD3321B}"/>
          </ac:spMkLst>
        </pc:spChg>
        <pc:spChg chg="add del mod">
          <ac:chgData name="abdul mubashir" userId="a5309eecb86f3f09" providerId="LiveId" clId="{BF2EF72C-D107-45CB-A006-939A15CED401}" dt="2026-07-26T17:36:45.641" v="94" actId="478"/>
          <ac:spMkLst>
            <pc:docMk/>
            <pc:sldMk cId="4246689951" sldId="265"/>
            <ac:spMk id="21" creationId="{F6E6AF0B-FC00-4FBE-898E-9310E7166B64}"/>
          </ac:spMkLst>
        </pc:spChg>
        <pc:spChg chg="add del mod">
          <ac:chgData name="abdul mubashir" userId="a5309eecb86f3f09" providerId="LiveId" clId="{BF2EF72C-D107-45CB-A006-939A15CED401}" dt="2026-07-26T17:36:39.989" v="93" actId="478"/>
          <ac:spMkLst>
            <pc:docMk/>
            <pc:sldMk cId="4246689951" sldId="265"/>
            <ac:spMk id="22" creationId="{BCC63276-E265-4A94-94BC-C78FDDD5C0F2}"/>
          </ac:spMkLst>
        </pc:spChg>
        <pc:spChg chg="add del mod">
          <ac:chgData name="abdul mubashir" userId="a5309eecb86f3f09" providerId="LiveId" clId="{BF2EF72C-D107-45CB-A006-939A15CED401}" dt="2026-07-26T17:36:39.989" v="93" actId="478"/>
          <ac:spMkLst>
            <pc:docMk/>
            <pc:sldMk cId="4246689951" sldId="265"/>
            <ac:spMk id="23" creationId="{FD1FF0A6-4949-424C-98F0-ED0DE264B723}"/>
          </ac:spMkLst>
        </pc:spChg>
        <pc:spChg chg="add del mod">
          <ac:chgData name="abdul mubashir" userId="a5309eecb86f3f09" providerId="LiveId" clId="{BF2EF72C-D107-45CB-A006-939A15CED401}" dt="2026-07-26T17:36:39.989" v="93" actId="478"/>
          <ac:spMkLst>
            <pc:docMk/>
            <pc:sldMk cId="4246689951" sldId="265"/>
            <ac:spMk id="24" creationId="{09255576-3FD9-451A-8126-9054362EB7FB}"/>
          </ac:spMkLst>
        </pc:spChg>
        <pc:spChg chg="add del mod">
          <ac:chgData name="abdul mubashir" userId="a5309eecb86f3f09" providerId="LiveId" clId="{BF2EF72C-D107-45CB-A006-939A15CED401}" dt="2026-07-26T17:36:39.989" v="93" actId="478"/>
          <ac:spMkLst>
            <pc:docMk/>
            <pc:sldMk cId="4246689951" sldId="265"/>
            <ac:spMk id="25" creationId="{580871C9-7B62-485F-B3A0-E8D88069D0F3}"/>
          </ac:spMkLst>
        </pc:spChg>
        <pc:spChg chg="add del mod">
          <ac:chgData name="abdul mubashir" userId="a5309eecb86f3f09" providerId="LiveId" clId="{BF2EF72C-D107-45CB-A006-939A15CED401}" dt="2026-07-26T17:36:39.989" v="93" actId="478"/>
          <ac:spMkLst>
            <pc:docMk/>
            <pc:sldMk cId="4246689951" sldId="265"/>
            <ac:spMk id="26" creationId="{92679352-5374-4A94-A45E-002346EE91F9}"/>
          </ac:spMkLst>
        </pc:spChg>
        <pc:spChg chg="add del mod">
          <ac:chgData name="abdul mubashir" userId="a5309eecb86f3f09" providerId="LiveId" clId="{BF2EF72C-D107-45CB-A006-939A15CED401}" dt="2026-07-26T17:36:39.989" v="93" actId="478"/>
          <ac:spMkLst>
            <pc:docMk/>
            <pc:sldMk cId="4246689951" sldId="265"/>
            <ac:spMk id="27" creationId="{2F336AA9-F13B-488F-AA29-B2D4EA2FBAEA}"/>
          </ac:spMkLst>
        </pc:spChg>
        <pc:spChg chg="add del mod">
          <ac:chgData name="abdul mubashir" userId="a5309eecb86f3f09" providerId="LiveId" clId="{BF2EF72C-D107-45CB-A006-939A15CED401}" dt="2026-07-26T17:36:39.989" v="93" actId="478"/>
          <ac:spMkLst>
            <pc:docMk/>
            <pc:sldMk cId="4246689951" sldId="265"/>
            <ac:spMk id="28" creationId="{A5386B6C-9254-408F-BA2A-F00CDA0B7956}"/>
          </ac:spMkLst>
        </pc:spChg>
        <pc:spChg chg="add del mod">
          <ac:chgData name="abdul mubashir" userId="a5309eecb86f3f09" providerId="LiveId" clId="{BF2EF72C-D107-45CB-A006-939A15CED401}" dt="2026-07-26T17:36:39.989" v="93" actId="478"/>
          <ac:spMkLst>
            <pc:docMk/>
            <pc:sldMk cId="4246689951" sldId="265"/>
            <ac:spMk id="29" creationId="{07CCE1C8-A3AD-4180-90A4-F9ECAF79B4B5}"/>
          </ac:spMkLst>
        </pc:spChg>
        <pc:spChg chg="add del mod">
          <ac:chgData name="abdul mubashir" userId="a5309eecb86f3f09" providerId="LiveId" clId="{BF2EF72C-D107-45CB-A006-939A15CED401}" dt="2026-07-26T17:36:39.989" v="93" actId="478"/>
          <ac:spMkLst>
            <pc:docMk/>
            <pc:sldMk cId="4246689951" sldId="265"/>
            <ac:spMk id="30" creationId="{3E63357E-6530-4AB8-B2AA-179A52F5ED4E}"/>
          </ac:spMkLst>
        </pc:spChg>
        <pc:spChg chg="add del mod">
          <ac:chgData name="abdul mubashir" userId="a5309eecb86f3f09" providerId="LiveId" clId="{BF2EF72C-D107-45CB-A006-939A15CED401}" dt="2026-07-26T17:36:45.641" v="94" actId="478"/>
          <ac:spMkLst>
            <pc:docMk/>
            <pc:sldMk cId="4246689951" sldId="265"/>
            <ac:spMk id="31" creationId="{7AE5B8E5-D0CE-4259-8BB8-705C5CA95CBF}"/>
          </ac:spMkLst>
        </pc:spChg>
        <pc:spChg chg="add del mod">
          <ac:chgData name="abdul mubashir" userId="a5309eecb86f3f09" providerId="LiveId" clId="{BF2EF72C-D107-45CB-A006-939A15CED401}" dt="2026-07-26T17:36:39.989" v="93" actId="478"/>
          <ac:spMkLst>
            <pc:docMk/>
            <pc:sldMk cId="4246689951" sldId="265"/>
            <ac:spMk id="32" creationId="{222D864F-10AC-4DA3-A6C2-256E6F77EC61}"/>
          </ac:spMkLst>
        </pc:spChg>
        <pc:spChg chg="add mod ord">
          <ac:chgData name="abdul mubashir" userId="a5309eecb86f3f09" providerId="LiveId" clId="{BF2EF72C-D107-45CB-A006-939A15CED401}" dt="2026-07-26T18:03:46.683" v="246" actId="1076"/>
          <ac:spMkLst>
            <pc:docMk/>
            <pc:sldMk cId="4246689951" sldId="265"/>
            <ac:spMk id="34" creationId="{25BC961B-7F30-41A4-8E3C-10D6BAAB9F62}"/>
          </ac:spMkLst>
        </pc:spChg>
        <pc:picChg chg="add mod">
          <ac:chgData name="abdul mubashir" userId="a5309eecb86f3f09" providerId="LiveId" clId="{BF2EF72C-D107-45CB-A006-939A15CED401}" dt="2026-07-26T17:38:24.674" v="113" actId="14100"/>
          <ac:picMkLst>
            <pc:docMk/>
            <pc:sldMk cId="4246689951" sldId="265"/>
            <ac:picMk id="33" creationId="{38E7BA93-63F4-4BCA-8E27-71F6C7F4CECF}"/>
          </ac:picMkLst>
        </pc:picChg>
      </pc:sldChg>
      <pc:sldChg chg="addSp delSp modSp add mod">
        <pc:chgData name="abdul mubashir" userId="a5309eecb86f3f09" providerId="LiveId" clId="{BF2EF72C-D107-45CB-A006-939A15CED401}" dt="2026-07-26T18:04:10.825" v="253"/>
        <pc:sldMkLst>
          <pc:docMk/>
          <pc:sldMk cId="0" sldId="266"/>
        </pc:sldMkLst>
        <pc:spChg chg="del">
          <ac:chgData name="abdul mubashir" userId="a5309eecb86f3f09" providerId="LiveId" clId="{BF2EF72C-D107-45CB-A006-939A15CED401}" dt="2026-07-26T17:39:48.833" v="115" actId="478"/>
          <ac:spMkLst>
            <pc:docMk/>
            <pc:sldMk cId="0" sldId="266"/>
            <ac:spMk id="3" creationId="{00000000-0000-0000-0000-000000000000}"/>
          </ac:spMkLst>
        </pc:spChg>
        <pc:spChg chg="del">
          <ac:chgData name="abdul mubashir" userId="a5309eecb86f3f09" providerId="LiveId" clId="{BF2EF72C-D107-45CB-A006-939A15CED401}" dt="2026-07-26T17:39:51.873" v="116" actId="478"/>
          <ac:spMkLst>
            <pc:docMk/>
            <pc:sldMk cId="0" sldId="266"/>
            <ac:spMk id="4" creationId="{00000000-0000-0000-0000-000000000000}"/>
          </ac:spMkLst>
        </pc:spChg>
        <pc:spChg chg="mod">
          <ac:chgData name="abdul mubashir" userId="a5309eecb86f3f09" providerId="LiveId" clId="{BF2EF72C-D107-45CB-A006-939A15CED401}" dt="2026-07-26T17:39:58.203" v="118" actId="1076"/>
          <ac:spMkLst>
            <pc:docMk/>
            <pc:sldMk cId="0" sldId="266"/>
            <ac:spMk id="5" creationId="{00000000-0000-0000-0000-000000000000}"/>
          </ac:spMkLst>
        </pc:spChg>
        <pc:spChg chg="mod">
          <ac:chgData name="abdul mubashir" userId="a5309eecb86f3f09" providerId="LiveId" clId="{BF2EF72C-D107-45CB-A006-939A15CED401}" dt="2026-07-26T17:40:23.547" v="137" actId="20577"/>
          <ac:spMkLst>
            <pc:docMk/>
            <pc:sldMk cId="0" sldId="266"/>
            <ac:spMk id="56" creationId="{00000000-0000-0000-0000-000000000000}"/>
          </ac:spMkLst>
        </pc:spChg>
        <pc:spChg chg="add del mod">
          <ac:chgData name="abdul mubashir" userId="a5309eecb86f3f09" providerId="LiveId" clId="{BF2EF72C-D107-45CB-A006-939A15CED401}" dt="2026-07-26T18:03:15.406" v="242"/>
          <ac:spMkLst>
            <pc:docMk/>
            <pc:sldMk cId="0" sldId="266"/>
            <ac:spMk id="57" creationId="{8BF2150D-B182-4B03-8933-29F38A514604}"/>
          </ac:spMkLst>
        </pc:spChg>
        <pc:spChg chg="add del mod">
          <ac:chgData name="abdul mubashir" userId="a5309eecb86f3f09" providerId="LiveId" clId="{BF2EF72C-D107-45CB-A006-939A15CED401}" dt="2026-07-26T18:04:03.531" v="252" actId="478"/>
          <ac:spMkLst>
            <pc:docMk/>
            <pc:sldMk cId="0" sldId="266"/>
            <ac:spMk id="58" creationId="{534D0606-C3C0-4822-AFB6-A03AE1B2C8A7}"/>
          </ac:spMkLst>
        </pc:spChg>
        <pc:spChg chg="add mod">
          <ac:chgData name="abdul mubashir" userId="a5309eecb86f3f09" providerId="LiveId" clId="{BF2EF72C-D107-45CB-A006-939A15CED401}" dt="2026-07-26T18:04:10.825" v="253"/>
          <ac:spMkLst>
            <pc:docMk/>
            <pc:sldMk cId="0" sldId="266"/>
            <ac:spMk id="59" creationId="{9A1F68BB-E51B-40C7-BF08-8DDBD2EC26EF}"/>
          </ac:spMkLst>
        </pc:spChg>
      </pc:sldChg>
      <pc:sldChg chg="addSp delSp modSp add del mod setBg">
        <pc:chgData name="abdul mubashir" userId="a5309eecb86f3f09" providerId="LiveId" clId="{BF2EF72C-D107-45CB-A006-939A15CED401}" dt="2026-07-26T18:04:16.449" v="255" actId="1076"/>
        <pc:sldMkLst>
          <pc:docMk/>
          <pc:sldMk cId="0" sldId="267"/>
        </pc:sldMkLst>
        <pc:spChg chg="del">
          <ac:chgData name="abdul mubashir" userId="a5309eecb86f3f09" providerId="LiveId" clId="{BF2EF72C-D107-45CB-A006-939A15CED401}" dt="2026-07-26T17:41:05.934" v="140" actId="478"/>
          <ac:spMkLst>
            <pc:docMk/>
            <pc:sldMk cId="0" sldId="267"/>
            <ac:spMk id="3" creationId="{00000000-0000-0000-0000-000000000000}"/>
          </ac:spMkLst>
        </pc:spChg>
        <pc:spChg chg="del mod">
          <ac:chgData name="abdul mubashir" userId="a5309eecb86f3f09" providerId="LiveId" clId="{BF2EF72C-D107-45CB-A006-939A15CED401}" dt="2026-07-26T17:48:28.897" v="160" actId="1076"/>
          <ac:spMkLst>
            <pc:docMk/>
            <pc:sldMk cId="0" sldId="267"/>
            <ac:spMk id="4" creationId="{00000000-0000-0000-0000-000000000000}"/>
          </ac:spMkLst>
        </pc:spChg>
        <pc:spChg chg="mod">
          <ac:chgData name="abdul mubashir" userId="a5309eecb86f3f09" providerId="LiveId" clId="{BF2EF72C-D107-45CB-A006-939A15CED401}" dt="2026-07-26T17:48:28.897" v="160" actId="1076"/>
          <ac:spMkLst>
            <pc:docMk/>
            <pc:sldMk cId="0" sldId="267"/>
            <ac:spMk id="5" creationId="{00000000-0000-0000-0000-000000000000}"/>
          </ac:spMkLst>
        </pc:spChg>
        <pc:spChg chg="mod">
          <ac:chgData name="abdul mubashir" userId="a5309eecb86f3f09" providerId="LiveId" clId="{BF2EF72C-D107-45CB-A006-939A15CED401}" dt="2026-07-26T17:48:28.897" v="160" actId="1076"/>
          <ac:spMkLst>
            <pc:docMk/>
            <pc:sldMk cId="0" sldId="267"/>
            <ac:spMk id="6" creationId="{00000000-0000-0000-0000-000000000000}"/>
          </ac:spMkLst>
        </pc:spChg>
        <pc:spChg chg="mod">
          <ac:chgData name="abdul mubashir" userId="a5309eecb86f3f09" providerId="LiveId" clId="{BF2EF72C-D107-45CB-A006-939A15CED401}" dt="2026-07-26T17:48:28.897" v="160" actId="1076"/>
          <ac:spMkLst>
            <pc:docMk/>
            <pc:sldMk cId="0" sldId="267"/>
            <ac:spMk id="7" creationId="{00000000-0000-0000-0000-000000000000}"/>
          </ac:spMkLst>
        </pc:spChg>
        <pc:spChg chg="mod">
          <ac:chgData name="abdul mubashir" userId="a5309eecb86f3f09" providerId="LiveId" clId="{BF2EF72C-D107-45CB-A006-939A15CED401}" dt="2026-07-26T17:48:28.897" v="160" actId="1076"/>
          <ac:spMkLst>
            <pc:docMk/>
            <pc:sldMk cId="0" sldId="267"/>
            <ac:spMk id="8" creationId="{00000000-0000-0000-0000-000000000000}"/>
          </ac:spMkLst>
        </pc:spChg>
        <pc:spChg chg="mod">
          <ac:chgData name="abdul mubashir" userId="a5309eecb86f3f09" providerId="LiveId" clId="{BF2EF72C-D107-45CB-A006-939A15CED401}" dt="2026-07-26T17:48:28.897" v="160" actId="1076"/>
          <ac:spMkLst>
            <pc:docMk/>
            <pc:sldMk cId="0" sldId="267"/>
            <ac:spMk id="9" creationId="{00000000-0000-0000-0000-000000000000}"/>
          </ac:spMkLst>
        </pc:spChg>
        <pc:spChg chg="mod">
          <ac:chgData name="abdul mubashir" userId="a5309eecb86f3f09" providerId="LiveId" clId="{BF2EF72C-D107-45CB-A006-939A15CED401}" dt="2026-07-26T17:48:28.897" v="160" actId="1076"/>
          <ac:spMkLst>
            <pc:docMk/>
            <pc:sldMk cId="0" sldId="267"/>
            <ac:spMk id="10" creationId="{00000000-0000-0000-0000-000000000000}"/>
          </ac:spMkLst>
        </pc:spChg>
        <pc:spChg chg="mod">
          <ac:chgData name="abdul mubashir" userId="a5309eecb86f3f09" providerId="LiveId" clId="{BF2EF72C-D107-45CB-A006-939A15CED401}" dt="2026-07-26T17:48:28.897" v="160" actId="1076"/>
          <ac:spMkLst>
            <pc:docMk/>
            <pc:sldMk cId="0" sldId="267"/>
            <ac:spMk id="11" creationId="{00000000-0000-0000-0000-000000000000}"/>
          </ac:spMkLst>
        </pc:spChg>
        <pc:spChg chg="del mod">
          <ac:chgData name="abdul mubashir" userId="a5309eecb86f3f09" providerId="LiveId" clId="{BF2EF72C-D107-45CB-A006-939A15CED401}" dt="2026-07-26T17:48:10.685" v="157" actId="478"/>
          <ac:spMkLst>
            <pc:docMk/>
            <pc:sldMk cId="0" sldId="267"/>
            <ac:spMk id="12" creationId="{00000000-0000-0000-0000-000000000000}"/>
          </ac:spMkLst>
        </pc:spChg>
        <pc:spChg chg="del mod">
          <ac:chgData name="abdul mubashir" userId="a5309eecb86f3f09" providerId="LiveId" clId="{BF2EF72C-D107-45CB-A006-939A15CED401}" dt="2026-07-26T17:48:10.685" v="157" actId="478"/>
          <ac:spMkLst>
            <pc:docMk/>
            <pc:sldMk cId="0" sldId="267"/>
            <ac:spMk id="13" creationId="{00000000-0000-0000-0000-000000000000}"/>
          </ac:spMkLst>
        </pc:spChg>
        <pc:spChg chg="del mod">
          <ac:chgData name="abdul mubashir" userId="a5309eecb86f3f09" providerId="LiveId" clId="{BF2EF72C-D107-45CB-A006-939A15CED401}" dt="2026-07-26T17:48:10.685" v="157" actId="478"/>
          <ac:spMkLst>
            <pc:docMk/>
            <pc:sldMk cId="0" sldId="267"/>
            <ac:spMk id="14" creationId="{00000000-0000-0000-0000-000000000000}"/>
          </ac:spMkLst>
        </pc:spChg>
        <pc:spChg chg="del mod">
          <ac:chgData name="abdul mubashir" userId="a5309eecb86f3f09" providerId="LiveId" clId="{BF2EF72C-D107-45CB-A006-939A15CED401}" dt="2026-07-26T17:48:10.685" v="157" actId="478"/>
          <ac:spMkLst>
            <pc:docMk/>
            <pc:sldMk cId="0" sldId="267"/>
            <ac:spMk id="15" creationId="{00000000-0000-0000-0000-000000000000}"/>
          </ac:spMkLst>
        </pc:spChg>
        <pc:spChg chg="del">
          <ac:chgData name="abdul mubashir" userId="a5309eecb86f3f09" providerId="LiveId" clId="{BF2EF72C-D107-45CB-A006-939A15CED401}" dt="2026-07-26T17:41:31.611" v="144" actId="478"/>
          <ac:spMkLst>
            <pc:docMk/>
            <pc:sldMk cId="0" sldId="267"/>
            <ac:spMk id="16" creationId="{00000000-0000-0000-0000-000000000000}"/>
          </ac:spMkLst>
        </pc:spChg>
        <pc:spChg chg="del">
          <ac:chgData name="abdul mubashir" userId="a5309eecb86f3f09" providerId="LiveId" clId="{BF2EF72C-D107-45CB-A006-939A15CED401}" dt="2026-07-26T17:41:34.070" v="145" actId="478"/>
          <ac:spMkLst>
            <pc:docMk/>
            <pc:sldMk cId="0" sldId="267"/>
            <ac:spMk id="17" creationId="{00000000-0000-0000-0000-000000000000}"/>
          </ac:spMkLst>
        </pc:spChg>
        <pc:spChg chg="del">
          <ac:chgData name="abdul mubashir" userId="a5309eecb86f3f09" providerId="LiveId" clId="{BF2EF72C-D107-45CB-A006-939A15CED401}" dt="2026-07-26T17:41:31.611" v="144" actId="478"/>
          <ac:spMkLst>
            <pc:docMk/>
            <pc:sldMk cId="0" sldId="267"/>
            <ac:spMk id="18" creationId="{00000000-0000-0000-0000-000000000000}"/>
          </ac:spMkLst>
        </pc:spChg>
        <pc:spChg chg="del">
          <ac:chgData name="abdul mubashir" userId="a5309eecb86f3f09" providerId="LiveId" clId="{BF2EF72C-D107-45CB-A006-939A15CED401}" dt="2026-07-26T17:41:31.611" v="144" actId="478"/>
          <ac:spMkLst>
            <pc:docMk/>
            <pc:sldMk cId="0" sldId="267"/>
            <ac:spMk id="19" creationId="{00000000-0000-0000-0000-000000000000}"/>
          </ac:spMkLst>
        </pc:spChg>
        <pc:spChg chg="del">
          <ac:chgData name="abdul mubashir" userId="a5309eecb86f3f09" providerId="LiveId" clId="{BF2EF72C-D107-45CB-A006-939A15CED401}" dt="2026-07-26T17:41:31.611" v="144" actId="478"/>
          <ac:spMkLst>
            <pc:docMk/>
            <pc:sldMk cId="0" sldId="267"/>
            <ac:spMk id="20" creationId="{00000000-0000-0000-0000-000000000000}"/>
          </ac:spMkLst>
        </pc:spChg>
        <pc:spChg chg="add mod">
          <ac:chgData name="abdul mubashir" userId="a5309eecb86f3f09" providerId="LiveId" clId="{BF2EF72C-D107-45CB-A006-939A15CED401}" dt="2026-07-26T18:04:16.449" v="255" actId="1076"/>
          <ac:spMkLst>
            <pc:docMk/>
            <pc:sldMk cId="0" sldId="267"/>
            <ac:spMk id="29" creationId="{7EC7A40F-0082-40E7-A969-A6BDFC1F9F22}"/>
          </ac:spMkLst>
        </pc:spChg>
      </pc:sldChg>
      <pc:sldChg chg="addSp delSp modSp add mod ord">
        <pc:chgData name="abdul mubashir" userId="a5309eecb86f3f09" providerId="LiveId" clId="{BF2EF72C-D107-45CB-A006-939A15CED401}" dt="2026-07-27T05:29:11.865" v="280"/>
        <pc:sldMkLst>
          <pc:docMk/>
          <pc:sldMk cId="0" sldId="268"/>
        </pc:sldMkLst>
        <pc:spChg chg="add del mod">
          <ac:chgData name="abdul mubashir" userId="a5309eecb86f3f09" providerId="LiveId" clId="{BF2EF72C-D107-45CB-A006-939A15CED401}" dt="2026-07-26T17:53:15.538" v="216" actId="478"/>
          <ac:spMkLst>
            <pc:docMk/>
            <pc:sldMk cId="0" sldId="268"/>
            <ac:spMk id="2" creationId="{00000000-0000-0000-0000-000000000000}"/>
          </ac:spMkLst>
        </pc:spChg>
        <pc:spChg chg="del">
          <ac:chgData name="abdul mubashir" userId="a5309eecb86f3f09" providerId="LiveId" clId="{BF2EF72C-D107-45CB-A006-939A15CED401}" dt="2026-07-26T17:49:55.200" v="168" actId="478"/>
          <ac:spMkLst>
            <pc:docMk/>
            <pc:sldMk cId="0" sldId="268"/>
            <ac:spMk id="3" creationId="{00000000-0000-0000-0000-000000000000}"/>
          </ac:spMkLst>
        </pc:spChg>
        <pc:spChg chg="del">
          <ac:chgData name="abdul mubashir" userId="a5309eecb86f3f09" providerId="LiveId" clId="{BF2EF72C-D107-45CB-A006-939A15CED401}" dt="2026-07-26T17:50:04.607" v="172" actId="478"/>
          <ac:spMkLst>
            <pc:docMk/>
            <pc:sldMk cId="0" sldId="268"/>
            <ac:spMk id="4" creationId="{00000000-0000-0000-0000-000000000000}"/>
          </ac:spMkLst>
        </pc:spChg>
        <pc:spChg chg="add del mod">
          <ac:chgData name="abdul mubashir" userId="a5309eecb86f3f09" providerId="LiveId" clId="{BF2EF72C-D107-45CB-A006-939A15CED401}" dt="2026-07-26T17:50:02.186" v="171" actId="478"/>
          <ac:spMkLst>
            <pc:docMk/>
            <pc:sldMk cId="0" sldId="268"/>
            <ac:spMk id="5" creationId="{00000000-0000-0000-0000-000000000000}"/>
          </ac:spMkLst>
        </pc:spChg>
        <pc:spChg chg="del">
          <ac:chgData name="abdul mubashir" userId="a5309eecb86f3f09" providerId="LiveId" clId="{BF2EF72C-D107-45CB-A006-939A15CED401}" dt="2026-07-26T17:50:07.734" v="173" actId="478"/>
          <ac:spMkLst>
            <pc:docMk/>
            <pc:sldMk cId="0" sldId="268"/>
            <ac:spMk id="6" creationId="{00000000-0000-0000-0000-000000000000}"/>
          </ac:spMkLst>
        </pc:spChg>
        <pc:spChg chg="mod">
          <ac:chgData name="abdul mubashir" userId="a5309eecb86f3f09" providerId="LiveId" clId="{BF2EF72C-D107-45CB-A006-939A15CED401}" dt="2026-07-26T17:50:21.376" v="177" actId="1076"/>
          <ac:spMkLst>
            <pc:docMk/>
            <pc:sldMk cId="0" sldId="268"/>
            <ac:spMk id="7" creationId="{00000000-0000-0000-0000-000000000000}"/>
          </ac:spMkLst>
        </pc:spChg>
        <pc:spChg chg="mod">
          <ac:chgData name="abdul mubashir" userId="a5309eecb86f3f09" providerId="LiveId" clId="{BF2EF72C-D107-45CB-A006-939A15CED401}" dt="2026-07-26T17:50:28.445" v="179" actId="1076"/>
          <ac:spMkLst>
            <pc:docMk/>
            <pc:sldMk cId="0" sldId="268"/>
            <ac:spMk id="8" creationId="{00000000-0000-0000-0000-000000000000}"/>
          </ac:spMkLst>
        </pc:spChg>
        <pc:spChg chg="del mod">
          <ac:chgData name="abdul mubashir" userId="a5309eecb86f3f09" providerId="LiveId" clId="{BF2EF72C-D107-45CB-A006-939A15CED401}" dt="2026-07-26T17:50:47.684" v="183" actId="478"/>
          <ac:spMkLst>
            <pc:docMk/>
            <pc:sldMk cId="0" sldId="268"/>
            <ac:spMk id="9" creationId="{00000000-0000-0000-0000-000000000000}"/>
          </ac:spMkLst>
        </pc:spChg>
        <pc:spChg chg="del mod">
          <ac:chgData name="abdul mubashir" userId="a5309eecb86f3f09" providerId="LiveId" clId="{BF2EF72C-D107-45CB-A006-939A15CED401}" dt="2026-07-26T17:50:42.813" v="181" actId="478"/>
          <ac:spMkLst>
            <pc:docMk/>
            <pc:sldMk cId="0" sldId="268"/>
            <ac:spMk id="10" creationId="{00000000-0000-0000-0000-000000000000}"/>
          </ac:spMkLst>
        </pc:spChg>
        <pc:spChg chg="mod">
          <ac:chgData name="abdul mubashir" userId="a5309eecb86f3f09" providerId="LiveId" clId="{BF2EF72C-D107-45CB-A006-939A15CED401}" dt="2026-07-26T17:50:56.182" v="185" actId="1076"/>
          <ac:spMkLst>
            <pc:docMk/>
            <pc:sldMk cId="0" sldId="268"/>
            <ac:spMk id="11" creationId="{00000000-0000-0000-0000-000000000000}"/>
          </ac:spMkLst>
        </pc:spChg>
        <pc:spChg chg="del mod">
          <ac:chgData name="abdul mubashir" userId="a5309eecb86f3f09" providerId="LiveId" clId="{BF2EF72C-D107-45CB-A006-939A15CED401}" dt="2026-07-26T17:50:42.813" v="181" actId="478"/>
          <ac:spMkLst>
            <pc:docMk/>
            <pc:sldMk cId="0" sldId="268"/>
            <ac:spMk id="12" creationId="{00000000-0000-0000-0000-000000000000}"/>
          </ac:spMkLst>
        </pc:spChg>
        <pc:spChg chg="del mod">
          <ac:chgData name="abdul mubashir" userId="a5309eecb86f3f09" providerId="LiveId" clId="{BF2EF72C-D107-45CB-A006-939A15CED401}" dt="2026-07-26T17:51:30.340" v="195" actId="478"/>
          <ac:spMkLst>
            <pc:docMk/>
            <pc:sldMk cId="0" sldId="268"/>
            <ac:spMk id="13" creationId="{00000000-0000-0000-0000-000000000000}"/>
          </ac:spMkLst>
        </pc:spChg>
        <pc:spChg chg="mod">
          <ac:chgData name="abdul mubashir" userId="a5309eecb86f3f09" providerId="LiveId" clId="{BF2EF72C-D107-45CB-A006-939A15CED401}" dt="2026-07-26T17:51:11.025" v="190" actId="1076"/>
          <ac:spMkLst>
            <pc:docMk/>
            <pc:sldMk cId="0" sldId="268"/>
            <ac:spMk id="14" creationId="{00000000-0000-0000-0000-000000000000}"/>
          </ac:spMkLst>
        </pc:spChg>
        <pc:spChg chg="del mod">
          <ac:chgData name="abdul mubashir" userId="a5309eecb86f3f09" providerId="LiveId" clId="{BF2EF72C-D107-45CB-A006-939A15CED401}" dt="2026-07-26T17:50:42.813" v="181" actId="478"/>
          <ac:spMkLst>
            <pc:docMk/>
            <pc:sldMk cId="0" sldId="268"/>
            <ac:spMk id="15" creationId="{00000000-0000-0000-0000-000000000000}"/>
          </ac:spMkLst>
        </pc:spChg>
        <pc:spChg chg="del">
          <ac:chgData name="abdul mubashir" userId="a5309eecb86f3f09" providerId="LiveId" clId="{BF2EF72C-D107-45CB-A006-939A15CED401}" dt="2026-07-26T17:51:21.578" v="192" actId="478"/>
          <ac:spMkLst>
            <pc:docMk/>
            <pc:sldMk cId="0" sldId="268"/>
            <ac:spMk id="16" creationId="{00000000-0000-0000-0000-000000000000}"/>
          </ac:spMkLst>
        </pc:spChg>
        <pc:spChg chg="mod">
          <ac:chgData name="abdul mubashir" userId="a5309eecb86f3f09" providerId="LiveId" clId="{BF2EF72C-D107-45CB-A006-939A15CED401}" dt="2026-07-26T17:52:51.624" v="209" actId="1076"/>
          <ac:spMkLst>
            <pc:docMk/>
            <pc:sldMk cId="0" sldId="268"/>
            <ac:spMk id="17" creationId="{00000000-0000-0000-0000-000000000000}"/>
          </ac:spMkLst>
        </pc:spChg>
        <pc:spChg chg="del">
          <ac:chgData name="abdul mubashir" userId="a5309eecb86f3f09" providerId="LiveId" clId="{BF2EF72C-D107-45CB-A006-939A15CED401}" dt="2026-07-26T17:50:47.684" v="183" actId="478"/>
          <ac:spMkLst>
            <pc:docMk/>
            <pc:sldMk cId="0" sldId="268"/>
            <ac:spMk id="18" creationId="{00000000-0000-0000-0000-000000000000}"/>
          </ac:spMkLst>
        </pc:spChg>
        <pc:spChg chg="del mod">
          <ac:chgData name="abdul mubashir" userId="a5309eecb86f3f09" providerId="LiveId" clId="{BF2EF72C-D107-45CB-A006-939A15CED401}" dt="2026-07-26T17:50:42.813" v="181" actId="478"/>
          <ac:spMkLst>
            <pc:docMk/>
            <pc:sldMk cId="0" sldId="268"/>
            <ac:spMk id="19" creationId="{00000000-0000-0000-0000-000000000000}"/>
          </ac:spMkLst>
        </pc:spChg>
        <pc:spChg chg="del">
          <ac:chgData name="abdul mubashir" userId="a5309eecb86f3f09" providerId="LiveId" clId="{BF2EF72C-D107-45CB-A006-939A15CED401}" dt="2026-07-26T17:50:42.813" v="181" actId="478"/>
          <ac:spMkLst>
            <pc:docMk/>
            <pc:sldMk cId="0" sldId="268"/>
            <ac:spMk id="20" creationId="{00000000-0000-0000-0000-000000000000}"/>
          </ac:spMkLst>
        </pc:spChg>
        <pc:spChg chg="del mod">
          <ac:chgData name="abdul mubashir" userId="a5309eecb86f3f09" providerId="LiveId" clId="{BF2EF72C-D107-45CB-A006-939A15CED401}" dt="2026-07-26T17:50:47.684" v="183" actId="478"/>
          <ac:spMkLst>
            <pc:docMk/>
            <pc:sldMk cId="0" sldId="268"/>
            <ac:spMk id="21" creationId="{00000000-0000-0000-0000-000000000000}"/>
          </ac:spMkLst>
        </pc:spChg>
        <pc:spChg chg="del mod">
          <ac:chgData name="abdul mubashir" userId="a5309eecb86f3f09" providerId="LiveId" clId="{BF2EF72C-D107-45CB-A006-939A15CED401}" dt="2026-07-26T17:50:42.813" v="181" actId="478"/>
          <ac:spMkLst>
            <pc:docMk/>
            <pc:sldMk cId="0" sldId="268"/>
            <ac:spMk id="22" creationId="{00000000-0000-0000-0000-000000000000}"/>
          </ac:spMkLst>
        </pc:spChg>
        <pc:spChg chg="mod">
          <ac:chgData name="abdul mubashir" userId="a5309eecb86f3f09" providerId="LiveId" clId="{BF2EF72C-D107-45CB-A006-939A15CED401}" dt="2026-07-26T17:52:04.271" v="201" actId="12"/>
          <ac:spMkLst>
            <pc:docMk/>
            <pc:sldMk cId="0" sldId="268"/>
            <ac:spMk id="23" creationId="{00000000-0000-0000-0000-000000000000}"/>
          </ac:spMkLst>
        </pc:spChg>
        <pc:spChg chg="del">
          <ac:chgData name="abdul mubashir" userId="a5309eecb86f3f09" providerId="LiveId" clId="{BF2EF72C-D107-45CB-A006-939A15CED401}" dt="2026-07-26T17:50:42.813" v="181" actId="478"/>
          <ac:spMkLst>
            <pc:docMk/>
            <pc:sldMk cId="0" sldId="268"/>
            <ac:spMk id="24" creationId="{00000000-0000-0000-0000-000000000000}"/>
          </ac:spMkLst>
        </pc:spChg>
        <pc:spChg chg="del">
          <ac:chgData name="abdul mubashir" userId="a5309eecb86f3f09" providerId="LiveId" clId="{BF2EF72C-D107-45CB-A006-939A15CED401}" dt="2026-07-26T17:51:36.345" v="196" actId="478"/>
          <ac:spMkLst>
            <pc:docMk/>
            <pc:sldMk cId="0" sldId="268"/>
            <ac:spMk id="25" creationId="{00000000-0000-0000-0000-000000000000}"/>
          </ac:spMkLst>
        </pc:spChg>
        <pc:spChg chg="mod">
          <ac:chgData name="abdul mubashir" userId="a5309eecb86f3f09" providerId="LiveId" clId="{BF2EF72C-D107-45CB-A006-939A15CED401}" dt="2026-07-26T17:52:17.355" v="203" actId="1076"/>
          <ac:spMkLst>
            <pc:docMk/>
            <pc:sldMk cId="0" sldId="268"/>
            <ac:spMk id="26" creationId="{00000000-0000-0000-0000-000000000000}"/>
          </ac:spMkLst>
        </pc:spChg>
        <pc:spChg chg="del mod">
          <ac:chgData name="abdul mubashir" userId="a5309eecb86f3f09" providerId="LiveId" clId="{BF2EF72C-D107-45CB-A006-939A15CED401}" dt="2026-07-26T17:50:47.684" v="183" actId="478"/>
          <ac:spMkLst>
            <pc:docMk/>
            <pc:sldMk cId="0" sldId="268"/>
            <ac:spMk id="27" creationId="{00000000-0000-0000-0000-000000000000}"/>
          </ac:spMkLst>
        </pc:spChg>
        <pc:spChg chg="del">
          <ac:chgData name="abdul mubashir" userId="a5309eecb86f3f09" providerId="LiveId" clId="{BF2EF72C-D107-45CB-A006-939A15CED401}" dt="2026-07-26T17:50:42.813" v="181" actId="478"/>
          <ac:spMkLst>
            <pc:docMk/>
            <pc:sldMk cId="0" sldId="268"/>
            <ac:spMk id="28" creationId="{00000000-0000-0000-0000-000000000000}"/>
          </ac:spMkLst>
        </pc:spChg>
        <pc:spChg chg="mod">
          <ac:chgData name="abdul mubashir" userId="a5309eecb86f3f09" providerId="LiveId" clId="{BF2EF72C-D107-45CB-A006-939A15CED401}" dt="2026-07-26T17:52:55.550" v="210" actId="1076"/>
          <ac:spMkLst>
            <pc:docMk/>
            <pc:sldMk cId="0" sldId="268"/>
            <ac:spMk id="29" creationId="{00000000-0000-0000-0000-000000000000}"/>
          </ac:spMkLst>
        </pc:spChg>
        <pc:spChg chg="del">
          <ac:chgData name="abdul mubashir" userId="a5309eecb86f3f09" providerId="LiveId" clId="{BF2EF72C-D107-45CB-A006-939A15CED401}" dt="2026-07-26T17:50:42.813" v="181" actId="478"/>
          <ac:spMkLst>
            <pc:docMk/>
            <pc:sldMk cId="0" sldId="268"/>
            <ac:spMk id="30" creationId="{00000000-0000-0000-0000-000000000000}"/>
          </ac:spMkLst>
        </pc:spChg>
        <pc:spChg chg="del">
          <ac:chgData name="abdul mubashir" userId="a5309eecb86f3f09" providerId="LiveId" clId="{BF2EF72C-D107-45CB-A006-939A15CED401}" dt="2026-07-26T17:51:39.926" v="197" actId="478"/>
          <ac:spMkLst>
            <pc:docMk/>
            <pc:sldMk cId="0" sldId="268"/>
            <ac:spMk id="31" creationId="{00000000-0000-0000-0000-000000000000}"/>
          </ac:spMkLst>
        </pc:spChg>
        <pc:spChg chg="mod">
          <ac:chgData name="abdul mubashir" userId="a5309eecb86f3f09" providerId="LiveId" clId="{BF2EF72C-D107-45CB-A006-939A15CED401}" dt="2026-07-26T17:53:01.905" v="212" actId="1076"/>
          <ac:spMkLst>
            <pc:docMk/>
            <pc:sldMk cId="0" sldId="268"/>
            <ac:spMk id="32" creationId="{00000000-0000-0000-0000-000000000000}"/>
          </ac:spMkLst>
        </pc:spChg>
        <pc:spChg chg="add mod">
          <ac:chgData name="abdul mubashir" userId="a5309eecb86f3f09" providerId="LiveId" clId="{BF2EF72C-D107-45CB-A006-939A15CED401}" dt="2026-07-26T18:04:37.686" v="262"/>
          <ac:spMkLst>
            <pc:docMk/>
            <pc:sldMk cId="0" sldId="268"/>
            <ac:spMk id="35" creationId="{05AD3E81-8D85-42FF-A914-B9EAB82693F7}"/>
          </ac:spMkLst>
        </pc:spChg>
        <pc:spChg chg="add del mod">
          <ac:chgData name="abdul mubashir" userId="a5309eecb86f3f09" providerId="LiveId" clId="{BF2EF72C-D107-45CB-A006-939A15CED401}" dt="2026-07-26T18:04:38.885" v="264"/>
          <ac:spMkLst>
            <pc:docMk/>
            <pc:sldMk cId="0" sldId="268"/>
            <ac:spMk id="36" creationId="{DFA17826-68C8-40CF-8219-9E85B02F3E94}"/>
          </ac:spMkLst>
        </pc:spChg>
        <pc:picChg chg="add del mod">
          <ac:chgData name="abdul mubashir" userId="a5309eecb86f3f09" providerId="LiveId" clId="{BF2EF72C-D107-45CB-A006-939A15CED401}" dt="2026-07-26T18:04:31.189" v="261" actId="22"/>
          <ac:picMkLst>
            <pc:docMk/>
            <pc:sldMk cId="0" sldId="268"/>
            <ac:picMk id="34" creationId="{D06C2D11-0E7F-4908-8A28-EEAF2E8611B4}"/>
          </ac:picMkLst>
        </pc:picChg>
      </pc:sldChg>
      <pc:sldChg chg="addSp delSp modSp add mod setBg">
        <pc:chgData name="abdul mubashir" userId="a5309eecb86f3f09" providerId="LiveId" clId="{BF2EF72C-D107-45CB-A006-939A15CED401}" dt="2026-07-26T18:04:40.998" v="265"/>
        <pc:sldMkLst>
          <pc:docMk/>
          <pc:sldMk cId="0" sldId="269"/>
        </pc:sldMkLst>
        <pc:spChg chg="del">
          <ac:chgData name="abdul mubashir" userId="a5309eecb86f3f09" providerId="LiveId" clId="{BF2EF72C-D107-45CB-A006-939A15CED401}" dt="2026-07-26T17:54:19.158" v="219" actId="478"/>
          <ac:spMkLst>
            <pc:docMk/>
            <pc:sldMk cId="0" sldId="269"/>
            <ac:spMk id="5" creationId="{00000000-0000-0000-0000-000000000000}"/>
          </ac:spMkLst>
        </pc:spChg>
        <pc:spChg chg="del">
          <ac:chgData name="abdul mubashir" userId="a5309eecb86f3f09" providerId="LiveId" clId="{BF2EF72C-D107-45CB-A006-939A15CED401}" dt="2026-07-26T17:54:22.024" v="220" actId="478"/>
          <ac:spMkLst>
            <pc:docMk/>
            <pc:sldMk cId="0" sldId="269"/>
            <ac:spMk id="11" creationId="{00000000-0000-0000-0000-000000000000}"/>
          </ac:spMkLst>
        </pc:spChg>
        <pc:spChg chg="del">
          <ac:chgData name="abdul mubashir" userId="a5309eecb86f3f09" providerId="LiveId" clId="{BF2EF72C-D107-45CB-A006-939A15CED401}" dt="2026-07-26T17:54:24.727" v="221" actId="478"/>
          <ac:spMkLst>
            <pc:docMk/>
            <pc:sldMk cId="0" sldId="269"/>
            <ac:spMk id="17" creationId="{00000000-0000-0000-0000-000000000000}"/>
          </ac:spMkLst>
        </pc:spChg>
        <pc:spChg chg="del">
          <ac:chgData name="abdul mubashir" userId="a5309eecb86f3f09" providerId="LiveId" clId="{BF2EF72C-D107-45CB-A006-939A15CED401}" dt="2026-07-26T17:54:30.009" v="222" actId="478"/>
          <ac:spMkLst>
            <pc:docMk/>
            <pc:sldMk cId="0" sldId="269"/>
            <ac:spMk id="22" creationId="{00000000-0000-0000-0000-000000000000}"/>
          </ac:spMkLst>
        </pc:spChg>
        <pc:spChg chg="del">
          <ac:chgData name="abdul mubashir" userId="a5309eecb86f3f09" providerId="LiveId" clId="{BF2EF72C-D107-45CB-A006-939A15CED401}" dt="2026-07-26T17:54:33.366" v="223" actId="478"/>
          <ac:spMkLst>
            <pc:docMk/>
            <pc:sldMk cId="0" sldId="269"/>
            <ac:spMk id="28" creationId="{00000000-0000-0000-0000-000000000000}"/>
          </ac:spMkLst>
        </pc:spChg>
        <pc:spChg chg="del">
          <ac:chgData name="abdul mubashir" userId="a5309eecb86f3f09" providerId="LiveId" clId="{BF2EF72C-D107-45CB-A006-939A15CED401}" dt="2026-07-26T17:54:35.649" v="224" actId="478"/>
          <ac:spMkLst>
            <pc:docMk/>
            <pc:sldMk cId="0" sldId="269"/>
            <ac:spMk id="34" creationId="{00000000-0000-0000-0000-000000000000}"/>
          </ac:spMkLst>
        </pc:spChg>
        <pc:spChg chg="add mod">
          <ac:chgData name="abdul mubashir" userId="a5309eecb86f3f09" providerId="LiveId" clId="{BF2EF72C-D107-45CB-A006-939A15CED401}" dt="2026-07-26T18:04:40.998" v="265"/>
          <ac:spMkLst>
            <pc:docMk/>
            <pc:sldMk cId="0" sldId="269"/>
            <ac:spMk id="39" creationId="{26D39DE8-D0E1-4CFA-A9E3-89B643A03972}"/>
          </ac:spMkLst>
        </pc:spChg>
      </pc:sldChg>
      <pc:sldChg chg="add del">
        <pc:chgData name="abdul mubashir" userId="a5309eecb86f3f09" providerId="LiveId" clId="{BF2EF72C-D107-45CB-A006-939A15CED401}" dt="2026-07-26T18:04:23.582" v="257"/>
        <pc:sldMkLst>
          <pc:docMk/>
          <pc:sldMk cId="2798926882" sldId="270"/>
        </pc:sldMkLst>
      </pc:sldChg>
      <pc:sldChg chg="new del">
        <pc:chgData name="abdul mubashir" userId="a5309eecb86f3f09" providerId="LiveId" clId="{BF2EF72C-D107-45CB-A006-939A15CED401}" dt="2026-07-26T18:31:03.861" v="276" actId="47"/>
        <pc:sldMkLst>
          <pc:docMk/>
          <pc:sldMk cId="3660527152" sldId="27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C1C1A"/>
                </a:solidFill>
                <a:latin typeface="Georgia"/>
              </a:defRPr>
            </a:pPr>
            <a:r>
              <a:rPr lang="en-US" sz="1300" b="0" i="0" u="none" strike="noStrike">
                <a:solidFill>
                  <a:srgbClr val="1C1C1A"/>
                </a:solidFill>
                <a:latin typeface="Georgia"/>
              </a:rPr>
              <a:t>Leading Causes of Construction-Site Deaths (India)</a:t>
            </a:r>
          </a:p>
        </c:rich>
      </c:tx>
      <c:overlay val="0"/>
    </c:title>
    <c:autoTitleDeleted val="0"/>
    <c:plotArea>
      <c:layout/>
      <c:barChart>
        <c:barDir val="bar"/>
        <c:grouping val="clustered"/>
        <c:varyColors val="0"/>
        <c:ser>
          <c:idx val="0"/>
          <c:order val="0"/>
          <c:tx>
            <c:strRef>
              <c:f>Sheet1!$B$1</c:f>
              <c:strCache>
                <c:ptCount val="1"/>
                <c:pt idx="0">
                  <c:v>Share of construction fatalities</c:v>
                </c:pt>
              </c:strCache>
            </c:strRef>
          </c:tx>
          <c:spPr>
            <a:solidFill>
              <a:srgbClr val="C9781F">
                <a:alpha val="90000"/>
              </a:srgbClr>
            </a:solidFill>
            <a:effectLst/>
          </c:spPr>
          <c:invertIfNegative val="0"/>
          <c:dPt>
            <c:idx val="0"/>
            <c:invertIfNegative val="0"/>
            <c:bubble3D val="0"/>
            <c:spPr>
              <a:solidFill>
                <a:srgbClr val="C9781F"/>
              </a:solidFill>
              <a:effectLst/>
            </c:spPr>
            <c:extLst>
              <c:ext xmlns:c16="http://schemas.microsoft.com/office/drawing/2014/chart" uri="{C3380CC4-5D6E-409C-BE32-E72D297353CC}">
                <c16:uniqueId val="{00000001-56D8-4D4A-AA7F-FD8E9B7C7FC8}"/>
              </c:ext>
            </c:extLst>
          </c:dPt>
          <c:dPt>
            <c:idx val="1"/>
            <c:invertIfNegative val="0"/>
            <c:bubble3D val="0"/>
            <c:spPr>
              <a:solidFill>
                <a:srgbClr val="2F5D73"/>
              </a:solidFill>
              <a:effectLst/>
            </c:spPr>
            <c:extLst>
              <c:ext xmlns:c16="http://schemas.microsoft.com/office/drawing/2014/chart" uri="{C3380CC4-5D6E-409C-BE32-E72D297353CC}">
                <c16:uniqueId val="{00000003-56D8-4D4A-AA7F-FD8E9B7C7FC8}"/>
              </c:ext>
            </c:extLst>
          </c:dPt>
          <c:dPt>
            <c:idx val="2"/>
            <c:invertIfNegative val="0"/>
            <c:bubble3D val="0"/>
            <c:spPr>
              <a:solidFill>
                <a:srgbClr val="A5342A"/>
              </a:solidFill>
              <a:effectLst/>
            </c:spPr>
            <c:extLst>
              <c:ext xmlns:c16="http://schemas.microsoft.com/office/drawing/2014/chart" uri="{C3380CC4-5D6E-409C-BE32-E72D297353CC}">
                <c16:uniqueId val="{00000005-56D8-4D4A-AA7F-FD8E9B7C7FC8}"/>
              </c:ext>
            </c:extLst>
          </c:dPt>
          <c:dLbls>
            <c:numFmt formatCode="0&quot;%&quot;" sourceLinked="0"/>
            <c:spPr>
              <a:noFill/>
              <a:ln>
                <a:noFill/>
              </a:ln>
              <a:effectLst/>
            </c:spPr>
            <c:txPr>
              <a:bodyPr/>
              <a:lstStyle/>
              <a:p>
                <a:pPr>
                  <a:defRPr sz="1100" b="0" i="0" u="none" strike="noStrike">
                    <a:solidFill>
                      <a:srgbClr val="1C1C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Falls from height</c:v>
                </c:pt>
                <c:pt idx="1">
                  <c:v>Structural collapse</c:v>
                </c:pt>
                <c:pt idx="2">
                  <c:v>Electrocution</c:v>
                </c:pt>
              </c:strCache>
            </c:strRef>
          </c:cat>
          <c:val>
            <c:numRef>
              <c:f>Sheet1!$B$2:$B$4</c:f>
              <c:numCache>
                <c:formatCode>General</c:formatCode>
                <c:ptCount val="3"/>
                <c:pt idx="0">
                  <c:v>60</c:v>
                </c:pt>
                <c:pt idx="1">
                  <c:v>25</c:v>
                </c:pt>
                <c:pt idx="2">
                  <c:v>15</c:v>
                </c:pt>
              </c:numCache>
            </c:numRef>
          </c:val>
          <c:extLst>
            <c:ext xmlns:c16="http://schemas.microsoft.com/office/drawing/2014/chart" uri="{C3380CC4-5D6E-409C-BE32-E72D297353CC}">
              <c16:uniqueId val="{00000006-56D8-4D4A-AA7F-FD8E9B7C7FC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1C1A"/>
                </a:solidFill>
                <a:latin typeface="Georgia"/>
              </a:defRPr>
            </a:pPr>
            <a:endParaRPr lang="en-US"/>
          </a:p>
        </c:txPr>
        <c:crossAx val="2094734552"/>
        <c:crosses val="autoZero"/>
        <c:auto val="1"/>
        <c:lblAlgn val="ctr"/>
        <c:lblOffset val="100"/>
        <c:noMultiLvlLbl val="1"/>
      </c:catAx>
      <c:valAx>
        <c:axId val="2094734552"/>
        <c:scaling>
          <c:orientation val="minMax"/>
          <c:max val="7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F1156-4721-4D81-A8C7-19DD458C32AF}" type="datetimeFigureOut">
              <a:rPr lang="en-IN" smtClean="0"/>
              <a:t>27-07-2026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A5A34A-51C6-4299-A4E0-71FF798EB474}" type="slidenum">
              <a:rPr lang="en-IN" smtClean="0"/>
              <a:t>‹#›</a:t>
            </a:fld>
            <a:endParaRPr lang="en-IN"/>
          </a:p>
        </p:txBody>
      </p:sp>
    </p:spTree>
    <p:extLst>
      <p:ext uri="{BB962C8B-B14F-4D97-AF65-F5344CB8AC3E}">
        <p14:creationId xmlns:p14="http://schemas.microsoft.com/office/powerpoint/2010/main" val="489130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paper references with your actual cited papers from your report. Key message: prior work focuses on single tasks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objectives 01–04 (safety focus), then 05–08 (operations + scalability). Mention that objectives 04 and 05 together solve the delivery fraud problem while keeping AI claims honest.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BA4AFA8-6CFE-4521-AA3C-4B75D2F43D1A}"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BA4AFA8-6CFE-4521-AA3C-4B75D2F43D1A}"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A4AFA8-6CFE-4521-AA3C-4B75D2F43D1A}"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BA4AFA8-6CFE-4521-AA3C-4B75D2F43D1A}"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BA4AFA8-6CFE-4521-AA3C-4B75D2F43D1A}" type="datetimeFigureOut">
              <a:rPr lang="en-IN" smtClean="0"/>
              <a:t>27-07-2026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BA4AFA8-6CFE-4521-AA3C-4B75D2F43D1A}" type="datetimeFigureOut">
              <a:rPr lang="en-IN" smtClean="0"/>
              <a:t>27-07-2026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A4AFA8-6CFE-4521-AA3C-4B75D2F43D1A}" type="datetimeFigureOut">
              <a:rPr lang="en-IN" smtClean="0"/>
              <a:t>27-07-2026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A4AFA8-6CFE-4521-AA3C-4B75D2F43D1A}"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A4AFA8-6CFE-4521-AA3C-4B75D2F43D1A}"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BA4AFA8-6CFE-4521-AA3C-4B75D2F43D1A}"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BA4AFA8-6CFE-4521-AA3C-4B75D2F43D1A}"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F53707-DAB0-48E9-A670-F5ADE4A07762}"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6543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A4AFA8-6CFE-4521-AA3C-4B75D2F43D1A}" type="datetimeFigureOut">
              <a:rPr lang="en-IN" smtClean="0"/>
              <a:t>27-07-2026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F53707-DAB0-48E9-A670-F5ADE4A0776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66271" y="2926700"/>
            <a:ext cx="11497129" cy="523220"/>
          </a:xfrm>
          <a:prstGeom prst="rect">
            <a:avLst/>
          </a:prstGeom>
          <a:noFill/>
        </p:spPr>
        <p:txBody>
          <a:bodyPr wrap="square">
            <a:spAutoFit/>
          </a:bodyPr>
          <a:lstStyle/>
          <a:p>
            <a:pPr algn="ctr"/>
            <a:r>
              <a:rPr lang="en-US" sz="2800" dirty="0" err="1"/>
              <a:t>SiteGuard</a:t>
            </a:r>
            <a:r>
              <a:rPr lang="en-US" sz="2800" dirty="0"/>
              <a:t> AI: Automated Construction Safety &amp; Compliance System</a:t>
            </a:r>
            <a:endParaRPr lang="en-IN" sz="2800" b="1" dirty="0">
              <a:latin typeface="Times New Roman" panose="02020603050405020304" pitchFamily="18" charset="0"/>
              <a:cs typeface="Times New Roman" panose="02020603050405020304" pitchFamily="18" charset="0"/>
            </a:endParaRPr>
          </a:p>
        </p:txBody>
      </p:sp>
      <p:sp>
        <p:nvSpPr>
          <p:cNvPr id="7" name="Freeform 2"/>
          <p:cNvSpPr/>
          <p:nvPr/>
        </p:nvSpPr>
        <p:spPr>
          <a:xfrm>
            <a:off x="0" y="2"/>
            <a:ext cx="2213200" cy="1866866"/>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2"/>
            <a:stretch>
              <a:fillRect t="-14277" b="-3918"/>
            </a:stretch>
          </a:blipFill>
        </p:spPr>
        <p:txBody>
          <a:bodyPr/>
          <a:lstStyle/>
          <a:p>
            <a:endParaRPr lang="en-US" sz="1200"/>
          </a:p>
        </p:txBody>
      </p:sp>
      <p:sp>
        <p:nvSpPr>
          <p:cNvPr id="9" name="Freeform 3"/>
          <p:cNvSpPr/>
          <p:nvPr/>
        </p:nvSpPr>
        <p:spPr>
          <a:xfrm>
            <a:off x="10011012" y="1"/>
            <a:ext cx="2180988" cy="1866867"/>
          </a:xfrm>
          <a:custGeom>
            <a:avLst/>
            <a:gdLst/>
            <a:ahLst/>
            <a:cxnLst/>
            <a:rect l="l" t="t" r="r" b="b"/>
            <a:pathLst>
              <a:path w="3271482" h="2800301">
                <a:moveTo>
                  <a:pt x="0" y="0"/>
                </a:moveTo>
                <a:lnTo>
                  <a:pt x="3271482" y="0"/>
                </a:lnTo>
                <a:lnTo>
                  <a:pt x="3271482" y="2800301"/>
                </a:lnTo>
                <a:lnTo>
                  <a:pt x="0" y="2800301"/>
                </a:lnTo>
                <a:lnTo>
                  <a:pt x="0" y="0"/>
                </a:lnTo>
                <a:close/>
              </a:path>
            </a:pathLst>
          </a:custGeom>
          <a:blipFill>
            <a:blip r:embed="rId3"/>
            <a:stretch>
              <a:fillRect l="-6628" r="-7501"/>
            </a:stretch>
          </a:blipFill>
        </p:spPr>
        <p:txBody>
          <a:bodyPr/>
          <a:lstStyle/>
          <a:p>
            <a:endParaRPr lang="en-US" sz="1200"/>
          </a:p>
        </p:txBody>
      </p:sp>
      <p:sp>
        <p:nvSpPr>
          <p:cNvPr id="11" name="TextBox 10"/>
          <p:cNvSpPr txBox="1"/>
          <p:nvPr/>
        </p:nvSpPr>
        <p:spPr>
          <a:xfrm>
            <a:off x="1494503" y="185189"/>
            <a:ext cx="8819536" cy="2356222"/>
          </a:xfrm>
          <a:prstGeom prst="rect">
            <a:avLst/>
          </a:prstGeom>
          <a:noFill/>
        </p:spPr>
        <p:txBody>
          <a:bodyPr wrap="square">
            <a:spAutoFit/>
          </a:bodyPr>
          <a:lstStyle/>
          <a:p>
            <a:pPr algn="ctr">
              <a:lnSpc>
                <a:spcPts val="4830"/>
              </a:lnSpc>
            </a:pPr>
            <a:r>
              <a:rPr lang="en-US" sz="2800" b="1" dirty="0">
                <a:solidFill>
                  <a:srgbClr val="FF0000"/>
                </a:solidFill>
                <a:latin typeface="Times New Roman Bold"/>
                <a:ea typeface="Times New Roman Bold"/>
                <a:cs typeface="Times New Roman Bold"/>
                <a:sym typeface="Times New Roman Bold"/>
              </a:rPr>
              <a:t>Department of Computer Science &amp; Engineering</a:t>
            </a:r>
          </a:p>
          <a:p>
            <a:pPr algn="ctr">
              <a:lnSpc>
                <a:spcPts val="4830"/>
              </a:lnSpc>
            </a:pPr>
            <a:r>
              <a:rPr lang="en-US" sz="2800" b="1" dirty="0">
                <a:solidFill>
                  <a:srgbClr val="00B0F0"/>
                </a:solidFill>
                <a:latin typeface="Times New Roman Bold"/>
                <a:ea typeface="Times New Roman Bold"/>
                <a:cs typeface="Times New Roman Bold"/>
                <a:sym typeface="Times New Roman Bold"/>
              </a:rPr>
              <a:t>CMR TECHNICAL CAMPUS </a:t>
            </a:r>
          </a:p>
          <a:p>
            <a:pPr algn="ctr"/>
            <a:r>
              <a:rPr lang="en-US" b="1" dirty="0">
                <a:solidFill>
                  <a:srgbClr val="00B0F0"/>
                </a:solidFill>
                <a:latin typeface="Times New Roman Bold"/>
                <a:ea typeface="Times New Roman Bold"/>
                <a:cs typeface="Times New Roman Bold"/>
                <a:sym typeface="Times New Roman Bold"/>
              </a:rPr>
              <a:t>An UGC Autonomous Institute</a:t>
            </a:r>
            <a:r>
              <a:rPr lang="en-US" sz="1400" b="1" dirty="0">
                <a:solidFill>
                  <a:srgbClr val="FF3131"/>
                </a:solidFill>
                <a:latin typeface="Times New Roman Bold"/>
                <a:ea typeface="Times New Roman Bold"/>
                <a:cs typeface="Times New Roman Bold"/>
                <a:sym typeface="Times New Roman Bold"/>
              </a:rPr>
              <a:t> </a:t>
            </a:r>
          </a:p>
          <a:p>
            <a:pPr algn="ctr">
              <a:lnSpc>
                <a:spcPts val="3115"/>
              </a:lnSpc>
            </a:pPr>
            <a:r>
              <a:rPr lang="en-US" sz="20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Accredited by NBA &amp; NAAC with A Grade</a:t>
            </a:r>
          </a:p>
          <a:p>
            <a:pPr algn="ctr">
              <a:lnSpc>
                <a:spcPts val="3115"/>
              </a:lnSpc>
            </a:pPr>
            <a:r>
              <a:rPr lang="en-US" sz="20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Approved by AICTE, New Delhi and Affiliated to JNTU, Hyderabad</a:t>
            </a:r>
          </a:p>
        </p:txBody>
      </p:sp>
      <p:sp>
        <p:nvSpPr>
          <p:cNvPr id="13" name="TextBox 12"/>
          <p:cNvSpPr txBox="1"/>
          <p:nvPr/>
        </p:nvSpPr>
        <p:spPr>
          <a:xfrm>
            <a:off x="3048000" y="3839764"/>
            <a:ext cx="6096000" cy="406137"/>
          </a:xfrm>
          <a:prstGeom prst="rect">
            <a:avLst/>
          </a:prstGeom>
          <a:noFill/>
        </p:spPr>
        <p:txBody>
          <a:bodyPr wrap="square">
            <a:spAutoFit/>
          </a:bodyPr>
          <a:lstStyle/>
          <a:p>
            <a:pPr algn="ctr">
              <a:lnSpc>
                <a:spcPts val="2725"/>
              </a:lnSpc>
            </a:pPr>
            <a:r>
              <a:rPr lang="en-US" sz="1800" b="1" dirty="0">
                <a:solidFill>
                  <a:srgbClr val="FF0000"/>
                </a:solidFill>
                <a:latin typeface="Times New Roman Bold"/>
                <a:ea typeface="Times New Roman Bold"/>
                <a:cs typeface="Times New Roman Bold"/>
                <a:sym typeface="Times New Roman Bold"/>
              </a:rPr>
              <a:t>BATCH NO : 16</a:t>
            </a:r>
            <a:endParaRPr lang="en-US" sz="180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4"/>
          <p:cNvSpPr txBox="1"/>
          <p:nvPr/>
        </p:nvSpPr>
        <p:spPr>
          <a:xfrm>
            <a:off x="6324600" y="4413840"/>
            <a:ext cx="5638800" cy="1322070"/>
          </a:xfrm>
          <a:prstGeom prst="rect">
            <a:avLst/>
          </a:prstGeom>
          <a:noFill/>
        </p:spPr>
        <p:txBody>
          <a:bodyPr wrap="square">
            <a:spAutoFit/>
          </a:bodyPr>
          <a:lstStyle/>
          <a:p>
            <a:r>
              <a:rPr lang="en-US" sz="200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Batch members:</a:t>
            </a:r>
          </a:p>
          <a:p>
            <a:r>
              <a:rPr lang="en-US" sz="2000" dirty="0">
                <a:latin typeface="Times New Roman" panose="02020603050405020304" pitchFamily="18" charset="0"/>
                <a:cs typeface="Times New Roman" panose="02020603050405020304" pitchFamily="18" charset="0"/>
              </a:rPr>
              <a:t>Abdul Mubashir			237R1A05P0</a:t>
            </a:r>
          </a:p>
          <a:p>
            <a:r>
              <a:rPr lang="en-US" sz="2000" dirty="0">
                <a:latin typeface="Times New Roman" panose="02020603050405020304" pitchFamily="18" charset="0"/>
                <a:cs typeface="Times New Roman" panose="02020603050405020304" pitchFamily="18" charset="0"/>
              </a:rPr>
              <a:t>Abdul Majeed			237R1A05K3</a:t>
            </a:r>
          </a:p>
          <a:p>
            <a:r>
              <a:rPr lang="en-US" sz="2000" dirty="0">
                <a:latin typeface="Times New Roman" panose="02020603050405020304" pitchFamily="18" charset="0"/>
                <a:cs typeface="Times New Roman" panose="02020603050405020304" pitchFamily="18" charset="0"/>
              </a:rPr>
              <a:t>K Manohar			237R1A05M7</a:t>
            </a:r>
          </a:p>
        </p:txBody>
      </p:sp>
      <p:sp>
        <p:nvSpPr>
          <p:cNvPr id="17" name="TextBox 16"/>
          <p:cNvSpPr txBox="1"/>
          <p:nvPr/>
        </p:nvSpPr>
        <p:spPr>
          <a:xfrm>
            <a:off x="228600" y="4413641"/>
            <a:ext cx="6096000" cy="1438910"/>
          </a:xfrm>
          <a:prstGeom prst="rect">
            <a:avLst/>
          </a:prstGeom>
          <a:noFill/>
        </p:spPr>
        <p:txBody>
          <a:bodyPr wrap="square">
            <a:spAutoFit/>
          </a:bodyPr>
          <a:lstStyle/>
          <a:p>
            <a:pPr>
              <a:lnSpc>
                <a:spcPts val="2725"/>
              </a:lnSpc>
            </a:pPr>
            <a:r>
              <a:rPr lang="en-US" sz="2000" dirty="0">
                <a:solidFill>
                  <a:srgbClr val="FF3131"/>
                </a:solidFill>
                <a:latin typeface="Times New Roman" panose="02020603050405020304"/>
                <a:ea typeface="Times New Roman" panose="02020603050405020304"/>
                <a:cs typeface="Times New Roman" panose="02020603050405020304"/>
                <a:sym typeface="Times New Roman" panose="02020603050405020304"/>
              </a:rPr>
              <a:t>Project Guide &amp; Project Coordinator:</a:t>
            </a:r>
            <a:r>
              <a:rPr lang="en-US" sz="2000" dirty="0">
                <a:solidFill>
                  <a:srgbClr val="202354"/>
                </a:solidFill>
                <a:latin typeface="Times New Roman" panose="02020603050405020304"/>
                <a:ea typeface="Times New Roman" panose="02020603050405020304"/>
                <a:cs typeface="Times New Roman" panose="02020603050405020304"/>
                <a:sym typeface="Times New Roman" panose="02020603050405020304"/>
              </a:rPr>
              <a:t>                                                                                                                    </a:t>
            </a:r>
            <a:r>
              <a:rPr lang="en-US" sz="2000" dirty="0">
                <a:solidFill>
                  <a:srgbClr val="FF3131"/>
                </a:solidFill>
                <a:latin typeface="Times New Roman" panose="02020603050405020304"/>
                <a:ea typeface="Times New Roman" panose="02020603050405020304"/>
                <a:cs typeface="Times New Roman" panose="02020603050405020304"/>
                <a:sym typeface="Times New Roman" panose="02020603050405020304"/>
              </a:rPr>
              <a:t> </a:t>
            </a:r>
            <a:r>
              <a:rPr lang="en-US" sz="2000" b="1"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 Sekhar</a:t>
            </a:r>
            <a:r>
              <a:rPr lang="en-US" sz="2000" b="1" dirty="0">
                <a:solidFill>
                  <a:srgbClr val="002060"/>
                </a:solidFill>
                <a:latin typeface="Times New Roman" panose="02020603050405020304" pitchFamily="18" charset="0"/>
                <a:cs typeface="Times New Roman" panose="02020603050405020304" pitchFamily="18" charset="0"/>
              </a:rPr>
              <a:t>	</a:t>
            </a:r>
            <a:endParaRPr lang="en-US" sz="1800" b="1" dirty="0">
              <a:solidFill>
                <a:srgbClr val="202354"/>
              </a:solidFill>
              <a:latin typeface="Times New Roman Bold"/>
              <a:ea typeface="Times New Roman Bold"/>
              <a:cs typeface="Times New Roman Bold"/>
              <a:sym typeface="Times New Roman Bold"/>
            </a:endParaRPr>
          </a:p>
          <a:p>
            <a:pPr>
              <a:lnSpc>
                <a:spcPts val="2530"/>
              </a:lnSpc>
            </a:pPr>
            <a:r>
              <a:rPr lang="en-US" dirty="0">
                <a:solidFill>
                  <a:srgbClr val="202354"/>
                </a:solidFill>
                <a:latin typeface="Times New Roman" panose="02020603050405020304"/>
                <a:ea typeface="Times New Roman" panose="02020603050405020304"/>
                <a:cs typeface="Times New Roman" panose="02020603050405020304"/>
                <a:sym typeface="Times New Roman" panose="02020603050405020304"/>
              </a:rPr>
              <a:t>Assistant </a:t>
            </a:r>
            <a:r>
              <a:rPr lang="en-US" dirty="0" err="1">
                <a:solidFill>
                  <a:srgbClr val="202354"/>
                </a:solidFill>
                <a:latin typeface="Times New Roman" panose="02020603050405020304"/>
                <a:ea typeface="Times New Roman" panose="02020603050405020304"/>
                <a:cs typeface="Times New Roman" panose="02020603050405020304"/>
                <a:sym typeface="Times New Roman" panose="02020603050405020304"/>
              </a:rPr>
              <a:t>Professor,CSE</a:t>
            </a:r>
            <a:r>
              <a:rPr lang="en-US" dirty="0">
                <a:solidFill>
                  <a:srgbClr val="202354"/>
                </a:solidFill>
                <a:latin typeface="Times New Roman" panose="02020603050405020304"/>
                <a:ea typeface="Times New Roman" panose="02020603050405020304"/>
                <a:cs typeface="Times New Roman" panose="02020603050405020304"/>
                <a:sym typeface="Times New Roman" panose="02020603050405020304"/>
              </a:rPr>
              <a:t> Department</a:t>
            </a:r>
            <a:endParaRPr lang="en-IN" dirty="0"/>
          </a:p>
          <a:p>
            <a:pPr>
              <a:lnSpc>
                <a:spcPts val="2530"/>
              </a:lnSpc>
            </a:pPr>
            <a:endParaRPr lang="en-IN" dirty="0"/>
          </a:p>
        </p:txBody>
      </p:sp>
      <p:sp>
        <p:nvSpPr>
          <p:cNvPr id="18" name="TextBox 17"/>
          <p:cNvSpPr txBox="1"/>
          <p:nvPr/>
        </p:nvSpPr>
        <p:spPr>
          <a:xfrm>
            <a:off x="4203290" y="2597391"/>
            <a:ext cx="3785419" cy="369332"/>
          </a:xfrm>
          <a:prstGeom prst="rect">
            <a:avLst/>
          </a:prstGeom>
          <a:noFill/>
        </p:spPr>
        <p:txBody>
          <a:bodyPr wrap="square" rtlCol="0">
            <a:spAutoFit/>
          </a:bodyPr>
          <a:lstStyle/>
          <a:p>
            <a:pPr algn="ctr"/>
            <a:r>
              <a:rPr lang="en-IN" b="1" dirty="0">
                <a:solidFill>
                  <a:schemeClr val="accent6"/>
                </a:solidFill>
                <a:latin typeface="Times New Roman" panose="02020603050405020304" pitchFamily="18" charset="0"/>
                <a:cs typeface="Times New Roman" panose="02020603050405020304" pitchFamily="18" charset="0"/>
              </a:rPr>
              <a:t>Project Stage-I: Review-I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9FBB65A-D291-4935-A520-20C02133A888}"/>
              </a:ext>
            </a:extLst>
          </p:cNvPr>
          <p:cNvSpPr/>
          <p:nvPr/>
        </p:nvSpPr>
        <p:spPr>
          <a:xfrm>
            <a:off x="0" y="0"/>
            <a:ext cx="12192000" cy="6858000"/>
          </a:xfrm>
          <a:prstGeom prst="rect">
            <a:avLst/>
          </a:prstGeom>
          <a:solidFill>
            <a:srgbClr val="F1F5F9"/>
          </a:solidFill>
          <a:ln/>
        </p:spPr>
      </p:sp>
      <p:sp>
        <p:nvSpPr>
          <p:cNvPr id="5" name="Text 3">
            <a:extLst>
              <a:ext uri="{FF2B5EF4-FFF2-40B4-BE49-F238E27FC236}">
                <a16:creationId xmlns:a16="http://schemas.microsoft.com/office/drawing/2014/main" id="{01723612-30C6-4C25-9D88-8581718413DF}"/>
              </a:ext>
            </a:extLst>
          </p:cNvPr>
          <p:cNvSpPr/>
          <p:nvPr/>
        </p:nvSpPr>
        <p:spPr>
          <a:xfrm>
            <a:off x="4549735" y="129046"/>
            <a:ext cx="11216640" cy="975360"/>
          </a:xfrm>
          <a:prstGeom prst="rect">
            <a:avLst/>
          </a:prstGeom>
          <a:noFill/>
          <a:ln/>
        </p:spPr>
        <p:txBody>
          <a:bodyPr wrap="square" lIns="0" tIns="0" rIns="0" bIns="0" rtlCol="0" anchor="ctr"/>
          <a:lstStyle/>
          <a:p>
            <a:pPr marL="0" indent="0" algn="l">
              <a:buNone/>
            </a:pPr>
            <a:r>
              <a:rPr lang="en-US" sz="2800" b="1" dirty="0">
                <a:latin typeface="Cambria" pitchFamily="34" charset="0"/>
                <a:ea typeface="Cambria" pitchFamily="34" charset="-122"/>
                <a:cs typeface="Cambria" pitchFamily="34" charset="-120"/>
              </a:rPr>
              <a:t>Introduction</a:t>
            </a:r>
            <a:endParaRPr lang="en-US" sz="2800" dirty="0"/>
          </a:p>
        </p:txBody>
      </p:sp>
      <p:sp>
        <p:nvSpPr>
          <p:cNvPr id="6" name="Shape 4">
            <a:extLst>
              <a:ext uri="{FF2B5EF4-FFF2-40B4-BE49-F238E27FC236}">
                <a16:creationId xmlns:a16="http://schemas.microsoft.com/office/drawing/2014/main" id="{95A00C67-3076-49F3-95C8-CB4E7D1EBC9C}"/>
              </a:ext>
            </a:extLst>
          </p:cNvPr>
          <p:cNvSpPr/>
          <p:nvPr/>
        </p:nvSpPr>
        <p:spPr>
          <a:xfrm>
            <a:off x="486134" y="1233452"/>
            <a:ext cx="5364480" cy="4632960"/>
          </a:xfrm>
          <a:prstGeom prst="roundRect">
            <a:avLst>
              <a:gd name="adj" fmla="val 3158"/>
            </a:avLst>
          </a:prstGeom>
          <a:solidFill>
            <a:srgbClr val="FFFFFF"/>
          </a:solidFill>
          <a:ln/>
        </p:spPr>
      </p:sp>
      <p:sp>
        <p:nvSpPr>
          <p:cNvPr id="7" name="Text 5">
            <a:extLst>
              <a:ext uri="{FF2B5EF4-FFF2-40B4-BE49-F238E27FC236}">
                <a16:creationId xmlns:a16="http://schemas.microsoft.com/office/drawing/2014/main" id="{C469816A-4DCE-4097-B8FB-24D2FFF3A13A}"/>
              </a:ext>
            </a:extLst>
          </p:cNvPr>
          <p:cNvSpPr/>
          <p:nvPr/>
        </p:nvSpPr>
        <p:spPr>
          <a:xfrm>
            <a:off x="669014" y="1370612"/>
            <a:ext cx="4876800" cy="548640"/>
          </a:xfrm>
          <a:prstGeom prst="rect">
            <a:avLst/>
          </a:prstGeom>
          <a:noFill/>
          <a:ln/>
        </p:spPr>
        <p:txBody>
          <a:bodyPr wrap="square" lIns="0" tIns="0" rIns="0" bIns="0" rtlCol="0" anchor="ctr"/>
          <a:lstStyle/>
          <a:p>
            <a:pPr marL="0" indent="0">
              <a:buNone/>
            </a:pPr>
            <a:r>
              <a:rPr lang="en-US" b="1" dirty="0">
                <a:solidFill>
                  <a:srgbClr val="1A2B4A"/>
                </a:solidFill>
                <a:latin typeface="Cambria" pitchFamily="34" charset="0"/>
                <a:ea typeface="Cambria" pitchFamily="34" charset="-122"/>
                <a:cs typeface="Cambria" pitchFamily="34" charset="-120"/>
              </a:rPr>
              <a:t>The Problem</a:t>
            </a:r>
            <a:endParaRPr lang="en-US" dirty="0"/>
          </a:p>
        </p:txBody>
      </p:sp>
      <p:sp>
        <p:nvSpPr>
          <p:cNvPr id="9" name="Text 7">
            <a:extLst>
              <a:ext uri="{FF2B5EF4-FFF2-40B4-BE49-F238E27FC236}">
                <a16:creationId xmlns:a16="http://schemas.microsoft.com/office/drawing/2014/main" id="{CCC70DA2-E2A0-495F-88E6-1A7041A91A1B}"/>
              </a:ext>
            </a:extLst>
          </p:cNvPr>
          <p:cNvSpPr/>
          <p:nvPr/>
        </p:nvSpPr>
        <p:spPr>
          <a:xfrm>
            <a:off x="1080494" y="1919252"/>
            <a:ext cx="4389120" cy="548640"/>
          </a:xfrm>
          <a:prstGeom prst="rect">
            <a:avLst/>
          </a:prstGeom>
          <a:noFill/>
          <a:ln/>
        </p:spPr>
        <p:txBody>
          <a:bodyPr wrap="square" lIns="0" tIns="0" rIns="0" bIns="0" rtlCol="0" anchor="ctr"/>
          <a:lstStyle/>
          <a:p>
            <a:pPr marL="0" indent="0" algn="l">
              <a:buNone/>
            </a:pPr>
            <a:r>
              <a:rPr lang="en-US" sz="1400" dirty="0">
                <a:solidFill>
                  <a:srgbClr val="111827"/>
                </a:solidFill>
                <a:latin typeface="Calibri" pitchFamily="34" charset="0"/>
                <a:ea typeface="Calibri" pitchFamily="34" charset="-122"/>
                <a:cs typeface="Calibri" pitchFamily="34" charset="-120"/>
              </a:rPr>
              <a:t>Manual PPE checks — slow, inconsistent, no audit trail</a:t>
            </a:r>
            <a:endParaRPr lang="en-US" sz="1400" dirty="0"/>
          </a:p>
        </p:txBody>
      </p:sp>
      <p:sp>
        <p:nvSpPr>
          <p:cNvPr id="11" name="Text 9">
            <a:extLst>
              <a:ext uri="{FF2B5EF4-FFF2-40B4-BE49-F238E27FC236}">
                <a16:creationId xmlns:a16="http://schemas.microsoft.com/office/drawing/2014/main" id="{2B3BA56D-4916-4B97-8A27-652D7C325221}"/>
              </a:ext>
            </a:extLst>
          </p:cNvPr>
          <p:cNvSpPr/>
          <p:nvPr/>
        </p:nvSpPr>
        <p:spPr>
          <a:xfrm>
            <a:off x="1080494" y="2422172"/>
            <a:ext cx="4389120" cy="548640"/>
          </a:xfrm>
          <a:prstGeom prst="rect">
            <a:avLst/>
          </a:prstGeom>
          <a:noFill/>
          <a:ln/>
        </p:spPr>
        <p:txBody>
          <a:bodyPr wrap="square" lIns="0" tIns="0" rIns="0" bIns="0" rtlCol="0" anchor="ctr"/>
          <a:lstStyle/>
          <a:p>
            <a:pPr marL="0" indent="0" algn="l">
              <a:buNone/>
            </a:pPr>
            <a:r>
              <a:rPr lang="en-US" sz="1400" dirty="0">
                <a:solidFill>
                  <a:srgbClr val="111827"/>
                </a:solidFill>
                <a:latin typeface="Calibri" pitchFamily="34" charset="0"/>
                <a:ea typeface="Calibri" pitchFamily="34" charset="-122"/>
                <a:cs typeface="Calibri" pitchFamily="34" charset="-120"/>
              </a:rPr>
              <a:t>No real-time restricted zone enforcement</a:t>
            </a:r>
            <a:endParaRPr lang="en-US" sz="1400" dirty="0"/>
          </a:p>
        </p:txBody>
      </p:sp>
      <p:sp>
        <p:nvSpPr>
          <p:cNvPr id="13" name="Text 11">
            <a:extLst>
              <a:ext uri="{FF2B5EF4-FFF2-40B4-BE49-F238E27FC236}">
                <a16:creationId xmlns:a16="http://schemas.microsoft.com/office/drawing/2014/main" id="{F1AD160D-5859-4D11-9DDF-F574B3CA13BE}"/>
              </a:ext>
            </a:extLst>
          </p:cNvPr>
          <p:cNvSpPr/>
          <p:nvPr/>
        </p:nvSpPr>
        <p:spPr>
          <a:xfrm>
            <a:off x="1080494" y="2925092"/>
            <a:ext cx="4389120" cy="548640"/>
          </a:xfrm>
          <a:prstGeom prst="rect">
            <a:avLst/>
          </a:prstGeom>
          <a:noFill/>
          <a:ln/>
        </p:spPr>
        <p:txBody>
          <a:bodyPr wrap="square" lIns="0" tIns="0" rIns="0" bIns="0" rtlCol="0" anchor="ctr"/>
          <a:lstStyle/>
          <a:p>
            <a:pPr marL="0" indent="0" algn="l">
              <a:buNone/>
            </a:pPr>
            <a:r>
              <a:rPr lang="en-US" sz="1400" dirty="0">
                <a:solidFill>
                  <a:srgbClr val="111827"/>
                </a:solidFill>
                <a:latin typeface="Calibri" pitchFamily="34" charset="0"/>
                <a:ea typeface="Calibri" pitchFamily="34" charset="-122"/>
                <a:cs typeface="Calibri" pitchFamily="34" charset="-120"/>
              </a:rPr>
              <a:t>Paper delivery records — easily forged or lost</a:t>
            </a:r>
            <a:endParaRPr lang="en-US" sz="1400" dirty="0"/>
          </a:p>
        </p:txBody>
      </p:sp>
      <p:sp>
        <p:nvSpPr>
          <p:cNvPr id="15" name="Text 13">
            <a:extLst>
              <a:ext uri="{FF2B5EF4-FFF2-40B4-BE49-F238E27FC236}">
                <a16:creationId xmlns:a16="http://schemas.microsoft.com/office/drawing/2014/main" id="{D3753AAE-F75A-4470-AE35-EB909CB5747A}"/>
              </a:ext>
            </a:extLst>
          </p:cNvPr>
          <p:cNvSpPr/>
          <p:nvPr/>
        </p:nvSpPr>
        <p:spPr>
          <a:xfrm>
            <a:off x="1080494" y="3428012"/>
            <a:ext cx="4389120" cy="548640"/>
          </a:xfrm>
          <a:prstGeom prst="rect">
            <a:avLst/>
          </a:prstGeom>
          <a:noFill/>
          <a:ln/>
        </p:spPr>
        <p:txBody>
          <a:bodyPr wrap="square" lIns="0" tIns="0" rIns="0" bIns="0" rtlCol="0" anchor="ctr"/>
          <a:lstStyle/>
          <a:p>
            <a:pPr marL="0" indent="0" algn="l">
              <a:buNone/>
            </a:pPr>
            <a:r>
              <a:rPr lang="en-US" sz="1400" dirty="0">
                <a:solidFill>
                  <a:srgbClr val="111827"/>
                </a:solidFill>
                <a:latin typeface="Calibri" pitchFamily="34" charset="0"/>
                <a:ea typeface="Calibri" pitchFamily="34" charset="-122"/>
                <a:cs typeface="Calibri" pitchFamily="34" charset="-120"/>
              </a:rPr>
              <a:t>Material inflow not digitally recorded</a:t>
            </a:r>
            <a:endParaRPr lang="en-US" sz="1400" dirty="0"/>
          </a:p>
        </p:txBody>
      </p:sp>
      <p:sp>
        <p:nvSpPr>
          <p:cNvPr id="17" name="Text 15">
            <a:extLst>
              <a:ext uri="{FF2B5EF4-FFF2-40B4-BE49-F238E27FC236}">
                <a16:creationId xmlns:a16="http://schemas.microsoft.com/office/drawing/2014/main" id="{989A6936-1AD6-4B1F-A9DA-F5D2724F8614}"/>
              </a:ext>
            </a:extLst>
          </p:cNvPr>
          <p:cNvSpPr/>
          <p:nvPr/>
        </p:nvSpPr>
        <p:spPr>
          <a:xfrm>
            <a:off x="1080494" y="3930932"/>
            <a:ext cx="4389120" cy="548640"/>
          </a:xfrm>
          <a:prstGeom prst="rect">
            <a:avLst/>
          </a:prstGeom>
          <a:noFill/>
          <a:ln/>
        </p:spPr>
        <p:txBody>
          <a:bodyPr wrap="square" lIns="0" tIns="0" rIns="0" bIns="0" rtlCol="0" anchor="ctr"/>
          <a:lstStyle/>
          <a:p>
            <a:pPr marL="0" indent="0" algn="l">
              <a:buNone/>
            </a:pPr>
            <a:r>
              <a:rPr lang="en-US" sz="1400" dirty="0">
                <a:solidFill>
                  <a:srgbClr val="111827"/>
                </a:solidFill>
                <a:latin typeface="Calibri" pitchFamily="34" charset="0"/>
                <a:ea typeface="Calibri" pitchFamily="34" charset="-122"/>
                <a:cs typeface="Calibri" pitchFamily="34" charset="-120"/>
              </a:rPr>
              <a:t>Hazard reports verbal only — no categorization</a:t>
            </a:r>
            <a:endParaRPr lang="en-US" sz="1400" dirty="0"/>
          </a:p>
        </p:txBody>
      </p:sp>
      <p:pic>
        <p:nvPicPr>
          <p:cNvPr id="33" name="Picture 32">
            <a:extLst>
              <a:ext uri="{FF2B5EF4-FFF2-40B4-BE49-F238E27FC236}">
                <a16:creationId xmlns:a16="http://schemas.microsoft.com/office/drawing/2014/main" id="{38E7BA93-63F4-4BCA-8E27-71F6C7F4CECF}"/>
              </a:ext>
            </a:extLst>
          </p:cNvPr>
          <p:cNvPicPr>
            <a:picLocks noChangeAspect="1"/>
          </p:cNvPicPr>
          <p:nvPr/>
        </p:nvPicPr>
        <p:blipFill>
          <a:blip r:embed="rId2"/>
          <a:stretch>
            <a:fillRect/>
          </a:stretch>
        </p:blipFill>
        <p:spPr>
          <a:xfrm>
            <a:off x="6482081" y="1104406"/>
            <a:ext cx="4470399" cy="4543166"/>
          </a:xfrm>
          <a:prstGeom prst="rect">
            <a:avLst/>
          </a:prstGeom>
        </p:spPr>
      </p:pic>
      <p:sp>
        <p:nvSpPr>
          <p:cNvPr id="34" name="Freeform 2">
            <a:extLst>
              <a:ext uri="{FF2B5EF4-FFF2-40B4-BE49-F238E27FC236}">
                <a16:creationId xmlns:a16="http://schemas.microsoft.com/office/drawing/2014/main" id="{25BC961B-7F30-41A4-8E3C-10D6BAAB9F62}"/>
              </a:ext>
            </a:extLst>
          </p:cNvPr>
          <p:cNvSpPr/>
          <p:nvPr/>
        </p:nvSpPr>
        <p:spPr>
          <a:xfrm>
            <a:off x="10871200" y="129046"/>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3">
              <a:extLst>
                <a:ext uri="{BEBA8EAE-BF5A-486C-A8C5-ECC9F3942E4B}">
                  <a14:imgProps xmlns:a14="http://schemas.microsoft.com/office/drawing/2010/main">
                    <a14:imgLayer r:embed="rId4">
                      <a14:imgEffect>
                        <a14:backgroundRemoval t="8434" b="87952" l="9910" r="89790"/>
                      </a14:imgEffect>
                    </a14:imgLayer>
                  </a14:imgProps>
                </a:ext>
              </a:extLst>
            </a:blip>
            <a:stretch>
              <a:fillRect t="-14277" b="-3918"/>
            </a:stretch>
          </a:blipFill>
        </p:spPr>
        <p:txBody>
          <a:bodyPr/>
          <a:lstStyle/>
          <a:p>
            <a:endParaRPr lang="en-US" sz="1200" dirty="0"/>
          </a:p>
        </p:txBody>
      </p:sp>
    </p:spTree>
    <p:extLst>
      <p:ext uri="{BB962C8B-B14F-4D97-AF65-F5344CB8AC3E}">
        <p14:creationId xmlns:p14="http://schemas.microsoft.com/office/powerpoint/2010/main" val="424668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1F5F9"/>
          </a:solidFill>
          <a:ln/>
        </p:spPr>
      </p:sp>
      <p:sp>
        <p:nvSpPr>
          <p:cNvPr id="5" name="Text 3"/>
          <p:cNvSpPr/>
          <p:nvPr/>
        </p:nvSpPr>
        <p:spPr>
          <a:xfrm>
            <a:off x="3846576" y="50800"/>
            <a:ext cx="11216640" cy="975360"/>
          </a:xfrm>
          <a:prstGeom prst="rect">
            <a:avLst/>
          </a:prstGeom>
          <a:noFill/>
          <a:ln/>
        </p:spPr>
        <p:txBody>
          <a:bodyPr wrap="square" lIns="0" tIns="0" rIns="0" bIns="0" rtlCol="0" anchor="ctr"/>
          <a:lstStyle/>
          <a:p>
            <a:r>
              <a:rPr lang="en-US" sz="3733" b="1" dirty="0">
                <a:latin typeface="Cambria" pitchFamily="34" charset="0"/>
                <a:ea typeface="Cambria" pitchFamily="34" charset="-122"/>
                <a:cs typeface="Cambria" pitchFamily="34" charset="-120"/>
              </a:rPr>
              <a:t>Literature Review</a:t>
            </a:r>
            <a:endParaRPr lang="en-US" sz="3733" dirty="0"/>
          </a:p>
        </p:txBody>
      </p:sp>
      <p:sp>
        <p:nvSpPr>
          <p:cNvPr id="6" name="Shape 4"/>
          <p:cNvSpPr/>
          <p:nvPr/>
        </p:nvSpPr>
        <p:spPr>
          <a:xfrm>
            <a:off x="487680" y="1524000"/>
            <a:ext cx="2682240" cy="512064"/>
          </a:xfrm>
          <a:prstGeom prst="rect">
            <a:avLst/>
          </a:prstGeom>
          <a:solidFill>
            <a:srgbClr val="1A2B4A"/>
          </a:solidFill>
          <a:ln/>
        </p:spPr>
      </p:sp>
      <p:sp>
        <p:nvSpPr>
          <p:cNvPr id="7" name="Text 5"/>
          <p:cNvSpPr/>
          <p:nvPr/>
        </p:nvSpPr>
        <p:spPr>
          <a:xfrm>
            <a:off x="585216" y="1572768"/>
            <a:ext cx="2560320" cy="426720"/>
          </a:xfrm>
          <a:prstGeom prst="rect">
            <a:avLst/>
          </a:prstGeom>
          <a:noFill/>
          <a:ln/>
        </p:spPr>
        <p:txBody>
          <a:bodyPr wrap="square" lIns="0" tIns="0" rIns="0" bIns="0" rtlCol="0" anchor="ctr"/>
          <a:lstStyle/>
          <a:p>
            <a:r>
              <a:rPr lang="en-US" sz="1600" b="1" dirty="0">
                <a:solidFill>
                  <a:srgbClr val="FFFFFF"/>
                </a:solidFill>
                <a:latin typeface="Cambria" pitchFamily="34" charset="0"/>
                <a:ea typeface="Cambria" pitchFamily="34" charset="-122"/>
                <a:cs typeface="Cambria" pitchFamily="34" charset="-120"/>
              </a:rPr>
              <a:t>Reference</a:t>
            </a:r>
            <a:endParaRPr lang="en-US" sz="1600" dirty="0"/>
          </a:p>
        </p:txBody>
      </p:sp>
      <p:sp>
        <p:nvSpPr>
          <p:cNvPr id="8" name="Shape 6"/>
          <p:cNvSpPr/>
          <p:nvPr/>
        </p:nvSpPr>
        <p:spPr>
          <a:xfrm>
            <a:off x="3169920" y="1524000"/>
            <a:ext cx="2072640" cy="512064"/>
          </a:xfrm>
          <a:prstGeom prst="rect">
            <a:avLst/>
          </a:prstGeom>
          <a:solidFill>
            <a:srgbClr val="1A2B4A"/>
          </a:solidFill>
          <a:ln/>
        </p:spPr>
      </p:sp>
      <p:sp>
        <p:nvSpPr>
          <p:cNvPr id="9" name="Text 7"/>
          <p:cNvSpPr/>
          <p:nvPr/>
        </p:nvSpPr>
        <p:spPr>
          <a:xfrm>
            <a:off x="3267456" y="1572768"/>
            <a:ext cx="1950720" cy="426720"/>
          </a:xfrm>
          <a:prstGeom prst="rect">
            <a:avLst/>
          </a:prstGeom>
          <a:noFill/>
          <a:ln/>
        </p:spPr>
        <p:txBody>
          <a:bodyPr wrap="square" lIns="0" tIns="0" rIns="0" bIns="0" rtlCol="0" anchor="ctr"/>
          <a:lstStyle/>
          <a:p>
            <a:r>
              <a:rPr lang="en-US" sz="1600" b="1" dirty="0">
                <a:solidFill>
                  <a:srgbClr val="FFFFFF"/>
                </a:solidFill>
                <a:latin typeface="Cambria" pitchFamily="34" charset="0"/>
                <a:ea typeface="Cambria" pitchFamily="34" charset="-122"/>
                <a:cs typeface="Cambria" pitchFamily="34" charset="-120"/>
              </a:rPr>
              <a:t>Technique</a:t>
            </a:r>
            <a:endParaRPr lang="en-US" sz="1600" dirty="0"/>
          </a:p>
        </p:txBody>
      </p:sp>
      <p:sp>
        <p:nvSpPr>
          <p:cNvPr id="10" name="Shape 8"/>
          <p:cNvSpPr/>
          <p:nvPr/>
        </p:nvSpPr>
        <p:spPr>
          <a:xfrm>
            <a:off x="5242560" y="1524000"/>
            <a:ext cx="3657600" cy="512064"/>
          </a:xfrm>
          <a:prstGeom prst="rect">
            <a:avLst/>
          </a:prstGeom>
          <a:solidFill>
            <a:srgbClr val="1A2B4A"/>
          </a:solidFill>
          <a:ln/>
        </p:spPr>
      </p:sp>
      <p:sp>
        <p:nvSpPr>
          <p:cNvPr id="11" name="Text 9"/>
          <p:cNvSpPr/>
          <p:nvPr/>
        </p:nvSpPr>
        <p:spPr>
          <a:xfrm>
            <a:off x="5340096" y="1572768"/>
            <a:ext cx="3535680" cy="426720"/>
          </a:xfrm>
          <a:prstGeom prst="rect">
            <a:avLst/>
          </a:prstGeom>
          <a:noFill/>
          <a:ln/>
        </p:spPr>
        <p:txBody>
          <a:bodyPr wrap="square" lIns="0" tIns="0" rIns="0" bIns="0" rtlCol="0" anchor="ctr"/>
          <a:lstStyle/>
          <a:p>
            <a:r>
              <a:rPr lang="en-US" sz="1600" b="1" dirty="0">
                <a:solidFill>
                  <a:srgbClr val="FFFFFF"/>
                </a:solidFill>
                <a:latin typeface="Cambria" pitchFamily="34" charset="0"/>
                <a:ea typeface="Cambria" pitchFamily="34" charset="-122"/>
                <a:cs typeface="Cambria" pitchFamily="34" charset="-120"/>
              </a:rPr>
              <a:t>Contribution</a:t>
            </a:r>
            <a:endParaRPr lang="en-US" sz="1600" dirty="0"/>
          </a:p>
        </p:txBody>
      </p:sp>
      <p:sp>
        <p:nvSpPr>
          <p:cNvPr id="12" name="Shape 10"/>
          <p:cNvSpPr/>
          <p:nvPr/>
        </p:nvSpPr>
        <p:spPr>
          <a:xfrm>
            <a:off x="8900160" y="1524000"/>
            <a:ext cx="2804160" cy="512064"/>
          </a:xfrm>
          <a:prstGeom prst="rect">
            <a:avLst/>
          </a:prstGeom>
          <a:solidFill>
            <a:srgbClr val="1A2B4A"/>
          </a:solidFill>
          <a:ln/>
        </p:spPr>
      </p:sp>
      <p:sp>
        <p:nvSpPr>
          <p:cNvPr id="13" name="Text 11"/>
          <p:cNvSpPr/>
          <p:nvPr/>
        </p:nvSpPr>
        <p:spPr>
          <a:xfrm>
            <a:off x="8997696" y="1572768"/>
            <a:ext cx="2682240" cy="426720"/>
          </a:xfrm>
          <a:prstGeom prst="rect">
            <a:avLst/>
          </a:prstGeom>
          <a:noFill/>
          <a:ln/>
        </p:spPr>
        <p:txBody>
          <a:bodyPr wrap="square" lIns="0" tIns="0" rIns="0" bIns="0" rtlCol="0" anchor="ctr"/>
          <a:lstStyle/>
          <a:p>
            <a:r>
              <a:rPr lang="en-US" sz="1600" b="1" dirty="0">
                <a:solidFill>
                  <a:srgbClr val="FFFFFF"/>
                </a:solidFill>
                <a:latin typeface="Cambria" pitchFamily="34" charset="0"/>
                <a:ea typeface="Cambria" pitchFamily="34" charset="-122"/>
                <a:cs typeface="Cambria" pitchFamily="34" charset="-120"/>
              </a:rPr>
              <a:t>Limitation</a:t>
            </a:r>
            <a:endParaRPr lang="en-US" sz="1600" dirty="0"/>
          </a:p>
        </p:txBody>
      </p:sp>
      <p:sp>
        <p:nvSpPr>
          <p:cNvPr id="14" name="Shape 12"/>
          <p:cNvSpPr/>
          <p:nvPr/>
        </p:nvSpPr>
        <p:spPr>
          <a:xfrm>
            <a:off x="487680" y="2036064"/>
            <a:ext cx="2682240" cy="560832"/>
          </a:xfrm>
          <a:prstGeom prst="rect">
            <a:avLst/>
          </a:prstGeom>
          <a:solidFill>
            <a:srgbClr val="FFFFFF"/>
          </a:solidFill>
          <a:ln/>
        </p:spPr>
      </p:sp>
      <p:sp>
        <p:nvSpPr>
          <p:cNvPr id="15" name="Text 13"/>
          <p:cNvSpPr/>
          <p:nvPr/>
        </p:nvSpPr>
        <p:spPr>
          <a:xfrm>
            <a:off x="585216" y="2097024"/>
            <a:ext cx="25359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Fang et al. (2018)</a:t>
            </a:r>
            <a:endParaRPr lang="en-US" sz="1400" dirty="0"/>
          </a:p>
        </p:txBody>
      </p:sp>
      <p:sp>
        <p:nvSpPr>
          <p:cNvPr id="16" name="Shape 14"/>
          <p:cNvSpPr/>
          <p:nvPr/>
        </p:nvSpPr>
        <p:spPr>
          <a:xfrm>
            <a:off x="3169920" y="2036064"/>
            <a:ext cx="2072640" cy="560832"/>
          </a:xfrm>
          <a:prstGeom prst="rect">
            <a:avLst/>
          </a:prstGeom>
          <a:solidFill>
            <a:srgbClr val="FFFFFF"/>
          </a:solidFill>
          <a:ln/>
        </p:spPr>
      </p:sp>
      <p:sp>
        <p:nvSpPr>
          <p:cNvPr id="17" name="Text 15"/>
          <p:cNvSpPr/>
          <p:nvPr/>
        </p:nvSpPr>
        <p:spPr>
          <a:xfrm>
            <a:off x="3267456" y="2097024"/>
            <a:ext cx="19263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CNN</a:t>
            </a:r>
            <a:endParaRPr lang="en-US" sz="1400" dirty="0"/>
          </a:p>
        </p:txBody>
      </p:sp>
      <p:sp>
        <p:nvSpPr>
          <p:cNvPr id="18" name="Shape 16"/>
          <p:cNvSpPr/>
          <p:nvPr/>
        </p:nvSpPr>
        <p:spPr>
          <a:xfrm>
            <a:off x="5242560" y="2036064"/>
            <a:ext cx="3657600" cy="560832"/>
          </a:xfrm>
          <a:prstGeom prst="rect">
            <a:avLst/>
          </a:prstGeom>
          <a:solidFill>
            <a:srgbClr val="FFFFFF"/>
          </a:solidFill>
          <a:ln/>
        </p:spPr>
      </p:sp>
      <p:sp>
        <p:nvSpPr>
          <p:cNvPr id="19" name="Text 17"/>
          <p:cNvSpPr/>
          <p:nvPr/>
        </p:nvSpPr>
        <p:spPr>
          <a:xfrm>
            <a:off x="5340096" y="2097024"/>
            <a:ext cx="351129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Worker &amp; PPE detection on site</a:t>
            </a:r>
            <a:endParaRPr lang="en-US" sz="1400" dirty="0"/>
          </a:p>
        </p:txBody>
      </p:sp>
      <p:sp>
        <p:nvSpPr>
          <p:cNvPr id="20" name="Shape 18"/>
          <p:cNvSpPr/>
          <p:nvPr/>
        </p:nvSpPr>
        <p:spPr>
          <a:xfrm>
            <a:off x="8900160" y="2036064"/>
            <a:ext cx="2804160" cy="560832"/>
          </a:xfrm>
          <a:prstGeom prst="rect">
            <a:avLst/>
          </a:prstGeom>
          <a:solidFill>
            <a:srgbClr val="FFFFFF"/>
          </a:solidFill>
          <a:ln/>
        </p:spPr>
      </p:sp>
      <p:sp>
        <p:nvSpPr>
          <p:cNvPr id="21" name="Text 19"/>
          <p:cNvSpPr/>
          <p:nvPr/>
        </p:nvSpPr>
        <p:spPr>
          <a:xfrm>
            <a:off x="8997696" y="2097024"/>
            <a:ext cx="265785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Helmet only</a:t>
            </a:r>
            <a:endParaRPr lang="en-US" sz="1400" dirty="0"/>
          </a:p>
        </p:txBody>
      </p:sp>
      <p:sp>
        <p:nvSpPr>
          <p:cNvPr id="22" name="Shape 20"/>
          <p:cNvSpPr/>
          <p:nvPr/>
        </p:nvSpPr>
        <p:spPr>
          <a:xfrm>
            <a:off x="487680" y="2621280"/>
            <a:ext cx="2682240" cy="560832"/>
          </a:xfrm>
          <a:prstGeom prst="rect">
            <a:avLst/>
          </a:prstGeom>
          <a:solidFill>
            <a:srgbClr val="EEF2FF"/>
          </a:solidFill>
          <a:ln/>
        </p:spPr>
      </p:sp>
      <p:sp>
        <p:nvSpPr>
          <p:cNvPr id="23" name="Text 21"/>
          <p:cNvSpPr/>
          <p:nvPr/>
        </p:nvSpPr>
        <p:spPr>
          <a:xfrm>
            <a:off x="585216" y="2682240"/>
            <a:ext cx="25359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Wu et al. (2019)</a:t>
            </a:r>
            <a:endParaRPr lang="en-US" sz="1400" dirty="0"/>
          </a:p>
        </p:txBody>
      </p:sp>
      <p:sp>
        <p:nvSpPr>
          <p:cNvPr id="24" name="Shape 22"/>
          <p:cNvSpPr/>
          <p:nvPr/>
        </p:nvSpPr>
        <p:spPr>
          <a:xfrm>
            <a:off x="3169920" y="2621280"/>
            <a:ext cx="2072640" cy="560832"/>
          </a:xfrm>
          <a:prstGeom prst="rect">
            <a:avLst/>
          </a:prstGeom>
          <a:solidFill>
            <a:srgbClr val="EEF2FF"/>
          </a:solidFill>
          <a:ln/>
        </p:spPr>
      </p:sp>
      <p:sp>
        <p:nvSpPr>
          <p:cNvPr id="25" name="Text 23"/>
          <p:cNvSpPr/>
          <p:nvPr/>
        </p:nvSpPr>
        <p:spPr>
          <a:xfrm>
            <a:off x="3267456" y="2682240"/>
            <a:ext cx="19263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Faster R-CNN</a:t>
            </a:r>
            <a:endParaRPr lang="en-US" sz="1400" dirty="0"/>
          </a:p>
        </p:txBody>
      </p:sp>
      <p:sp>
        <p:nvSpPr>
          <p:cNvPr id="26" name="Shape 24"/>
          <p:cNvSpPr/>
          <p:nvPr/>
        </p:nvSpPr>
        <p:spPr>
          <a:xfrm>
            <a:off x="5242560" y="2621280"/>
            <a:ext cx="3657600" cy="560832"/>
          </a:xfrm>
          <a:prstGeom prst="rect">
            <a:avLst/>
          </a:prstGeom>
          <a:solidFill>
            <a:srgbClr val="EEF2FF"/>
          </a:solidFill>
          <a:ln/>
        </p:spPr>
      </p:sp>
      <p:sp>
        <p:nvSpPr>
          <p:cNvPr id="27" name="Text 25"/>
          <p:cNvSpPr/>
          <p:nvPr/>
        </p:nvSpPr>
        <p:spPr>
          <a:xfrm>
            <a:off x="5340096" y="2682240"/>
            <a:ext cx="351129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Real-time safety detection</a:t>
            </a:r>
            <a:endParaRPr lang="en-US" sz="1400" dirty="0"/>
          </a:p>
        </p:txBody>
      </p:sp>
      <p:sp>
        <p:nvSpPr>
          <p:cNvPr id="28" name="Shape 26"/>
          <p:cNvSpPr/>
          <p:nvPr/>
        </p:nvSpPr>
        <p:spPr>
          <a:xfrm>
            <a:off x="8900160" y="2621280"/>
            <a:ext cx="2804160" cy="560832"/>
          </a:xfrm>
          <a:prstGeom prst="rect">
            <a:avLst/>
          </a:prstGeom>
          <a:solidFill>
            <a:srgbClr val="EEF2FF"/>
          </a:solidFill>
          <a:ln/>
        </p:spPr>
      </p:sp>
      <p:sp>
        <p:nvSpPr>
          <p:cNvPr id="29" name="Text 27"/>
          <p:cNvSpPr/>
          <p:nvPr/>
        </p:nvSpPr>
        <p:spPr>
          <a:xfrm>
            <a:off x="8997696" y="2682240"/>
            <a:ext cx="265785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High compute cost</a:t>
            </a:r>
            <a:endParaRPr lang="en-US" sz="1400" dirty="0"/>
          </a:p>
        </p:txBody>
      </p:sp>
      <p:sp>
        <p:nvSpPr>
          <p:cNvPr id="30" name="Shape 28"/>
          <p:cNvSpPr/>
          <p:nvPr/>
        </p:nvSpPr>
        <p:spPr>
          <a:xfrm>
            <a:off x="487680" y="3206496"/>
            <a:ext cx="2682240" cy="560832"/>
          </a:xfrm>
          <a:prstGeom prst="rect">
            <a:avLst/>
          </a:prstGeom>
          <a:solidFill>
            <a:srgbClr val="FFFFFF"/>
          </a:solidFill>
          <a:ln/>
        </p:spPr>
      </p:sp>
      <p:sp>
        <p:nvSpPr>
          <p:cNvPr id="31" name="Text 29"/>
          <p:cNvSpPr/>
          <p:nvPr/>
        </p:nvSpPr>
        <p:spPr>
          <a:xfrm>
            <a:off x="585216" y="3267456"/>
            <a:ext cx="25359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Nath et al. (2020)</a:t>
            </a:r>
            <a:endParaRPr lang="en-US" sz="1400" dirty="0"/>
          </a:p>
        </p:txBody>
      </p:sp>
      <p:sp>
        <p:nvSpPr>
          <p:cNvPr id="32" name="Shape 30"/>
          <p:cNvSpPr/>
          <p:nvPr/>
        </p:nvSpPr>
        <p:spPr>
          <a:xfrm>
            <a:off x="3169920" y="3206496"/>
            <a:ext cx="2072640" cy="560832"/>
          </a:xfrm>
          <a:prstGeom prst="rect">
            <a:avLst/>
          </a:prstGeom>
          <a:solidFill>
            <a:srgbClr val="FFFFFF"/>
          </a:solidFill>
          <a:ln/>
        </p:spPr>
      </p:sp>
      <p:sp>
        <p:nvSpPr>
          <p:cNvPr id="33" name="Text 31"/>
          <p:cNvSpPr/>
          <p:nvPr/>
        </p:nvSpPr>
        <p:spPr>
          <a:xfrm>
            <a:off x="3267456" y="3267456"/>
            <a:ext cx="19263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YOLOv3</a:t>
            </a:r>
            <a:endParaRPr lang="en-US" sz="1400" dirty="0"/>
          </a:p>
        </p:txBody>
      </p:sp>
      <p:sp>
        <p:nvSpPr>
          <p:cNvPr id="34" name="Shape 32"/>
          <p:cNvSpPr/>
          <p:nvPr/>
        </p:nvSpPr>
        <p:spPr>
          <a:xfrm>
            <a:off x="5242560" y="3206496"/>
            <a:ext cx="3657600" cy="560832"/>
          </a:xfrm>
          <a:prstGeom prst="rect">
            <a:avLst/>
          </a:prstGeom>
          <a:solidFill>
            <a:srgbClr val="FFFFFF"/>
          </a:solidFill>
          <a:ln/>
        </p:spPr>
      </p:sp>
      <p:sp>
        <p:nvSpPr>
          <p:cNvPr id="35" name="Text 33"/>
          <p:cNvSpPr/>
          <p:nvPr/>
        </p:nvSpPr>
        <p:spPr>
          <a:xfrm>
            <a:off x="5340096" y="3267456"/>
            <a:ext cx="351129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Near real-time PPE detection</a:t>
            </a:r>
            <a:endParaRPr lang="en-US" sz="1400" dirty="0"/>
          </a:p>
        </p:txBody>
      </p:sp>
      <p:sp>
        <p:nvSpPr>
          <p:cNvPr id="36" name="Shape 34"/>
          <p:cNvSpPr/>
          <p:nvPr/>
        </p:nvSpPr>
        <p:spPr>
          <a:xfrm>
            <a:off x="8900160" y="3206496"/>
            <a:ext cx="2804160" cy="560832"/>
          </a:xfrm>
          <a:prstGeom prst="rect">
            <a:avLst/>
          </a:prstGeom>
          <a:solidFill>
            <a:srgbClr val="FFFFFF"/>
          </a:solidFill>
          <a:ln/>
        </p:spPr>
      </p:sp>
      <p:sp>
        <p:nvSpPr>
          <p:cNvPr id="37" name="Text 35"/>
          <p:cNvSpPr/>
          <p:nvPr/>
        </p:nvSpPr>
        <p:spPr>
          <a:xfrm>
            <a:off x="8997696" y="3267456"/>
            <a:ext cx="265785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Occlusion errors</a:t>
            </a:r>
            <a:endParaRPr lang="en-US" sz="1400" dirty="0"/>
          </a:p>
        </p:txBody>
      </p:sp>
      <p:sp>
        <p:nvSpPr>
          <p:cNvPr id="38" name="Shape 36"/>
          <p:cNvSpPr/>
          <p:nvPr/>
        </p:nvSpPr>
        <p:spPr>
          <a:xfrm>
            <a:off x="487680" y="3791712"/>
            <a:ext cx="2682240" cy="560832"/>
          </a:xfrm>
          <a:prstGeom prst="rect">
            <a:avLst/>
          </a:prstGeom>
          <a:solidFill>
            <a:srgbClr val="EEF2FF"/>
          </a:solidFill>
          <a:ln/>
        </p:spPr>
      </p:sp>
      <p:sp>
        <p:nvSpPr>
          <p:cNvPr id="39" name="Text 37"/>
          <p:cNvSpPr/>
          <p:nvPr/>
        </p:nvSpPr>
        <p:spPr>
          <a:xfrm>
            <a:off x="585216" y="3852672"/>
            <a:ext cx="25359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Barro-Torres et al. (2021)</a:t>
            </a:r>
            <a:endParaRPr lang="en-US" sz="1400" dirty="0"/>
          </a:p>
        </p:txBody>
      </p:sp>
      <p:sp>
        <p:nvSpPr>
          <p:cNvPr id="40" name="Shape 38"/>
          <p:cNvSpPr/>
          <p:nvPr/>
        </p:nvSpPr>
        <p:spPr>
          <a:xfrm>
            <a:off x="3169920" y="3791712"/>
            <a:ext cx="2072640" cy="560832"/>
          </a:xfrm>
          <a:prstGeom prst="rect">
            <a:avLst/>
          </a:prstGeom>
          <a:solidFill>
            <a:srgbClr val="EEF2FF"/>
          </a:solidFill>
          <a:ln/>
        </p:spPr>
      </p:sp>
      <p:sp>
        <p:nvSpPr>
          <p:cNvPr id="41" name="Text 39"/>
          <p:cNvSpPr/>
          <p:nvPr/>
        </p:nvSpPr>
        <p:spPr>
          <a:xfrm>
            <a:off x="3267456" y="3852672"/>
            <a:ext cx="19263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OpenCV + SVM</a:t>
            </a:r>
            <a:endParaRPr lang="en-US" sz="1400" dirty="0"/>
          </a:p>
        </p:txBody>
      </p:sp>
      <p:sp>
        <p:nvSpPr>
          <p:cNvPr id="42" name="Shape 40"/>
          <p:cNvSpPr/>
          <p:nvPr/>
        </p:nvSpPr>
        <p:spPr>
          <a:xfrm>
            <a:off x="5242560" y="3791712"/>
            <a:ext cx="3657600" cy="560832"/>
          </a:xfrm>
          <a:prstGeom prst="rect">
            <a:avLst/>
          </a:prstGeom>
          <a:solidFill>
            <a:srgbClr val="EEF2FF"/>
          </a:solidFill>
          <a:ln/>
        </p:spPr>
      </p:sp>
      <p:sp>
        <p:nvSpPr>
          <p:cNvPr id="43" name="Text 41"/>
          <p:cNvSpPr/>
          <p:nvPr/>
        </p:nvSpPr>
        <p:spPr>
          <a:xfrm>
            <a:off x="5340096" y="3852672"/>
            <a:ext cx="351129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Zone monitoring via cameras</a:t>
            </a:r>
            <a:endParaRPr lang="en-US" sz="1400" dirty="0"/>
          </a:p>
        </p:txBody>
      </p:sp>
      <p:sp>
        <p:nvSpPr>
          <p:cNvPr id="44" name="Shape 42"/>
          <p:cNvSpPr/>
          <p:nvPr/>
        </p:nvSpPr>
        <p:spPr>
          <a:xfrm>
            <a:off x="8900160" y="3791712"/>
            <a:ext cx="2804160" cy="560832"/>
          </a:xfrm>
          <a:prstGeom prst="rect">
            <a:avLst/>
          </a:prstGeom>
          <a:solidFill>
            <a:srgbClr val="EEF2FF"/>
          </a:solidFill>
          <a:ln/>
        </p:spPr>
      </p:sp>
      <p:sp>
        <p:nvSpPr>
          <p:cNvPr id="45" name="Text 43"/>
          <p:cNvSpPr/>
          <p:nvPr/>
        </p:nvSpPr>
        <p:spPr>
          <a:xfrm>
            <a:off x="8997696" y="3852672"/>
            <a:ext cx="265785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No alert system</a:t>
            </a:r>
            <a:endParaRPr lang="en-US" sz="1400" dirty="0"/>
          </a:p>
        </p:txBody>
      </p:sp>
      <p:sp>
        <p:nvSpPr>
          <p:cNvPr id="46" name="Shape 44"/>
          <p:cNvSpPr/>
          <p:nvPr/>
        </p:nvSpPr>
        <p:spPr>
          <a:xfrm>
            <a:off x="487680" y="4376928"/>
            <a:ext cx="2682240" cy="560832"/>
          </a:xfrm>
          <a:prstGeom prst="rect">
            <a:avLst/>
          </a:prstGeom>
          <a:solidFill>
            <a:srgbClr val="FFFFFF"/>
          </a:solidFill>
          <a:ln/>
        </p:spPr>
      </p:sp>
      <p:sp>
        <p:nvSpPr>
          <p:cNvPr id="47" name="Text 45"/>
          <p:cNvSpPr/>
          <p:nvPr/>
        </p:nvSpPr>
        <p:spPr>
          <a:xfrm>
            <a:off x="585216" y="4437888"/>
            <a:ext cx="25359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Recent (2022–24)</a:t>
            </a:r>
            <a:endParaRPr lang="en-US" sz="1400" dirty="0"/>
          </a:p>
        </p:txBody>
      </p:sp>
      <p:sp>
        <p:nvSpPr>
          <p:cNvPr id="48" name="Shape 46"/>
          <p:cNvSpPr/>
          <p:nvPr/>
        </p:nvSpPr>
        <p:spPr>
          <a:xfrm>
            <a:off x="3169920" y="4376928"/>
            <a:ext cx="2072640" cy="560832"/>
          </a:xfrm>
          <a:prstGeom prst="rect">
            <a:avLst/>
          </a:prstGeom>
          <a:solidFill>
            <a:srgbClr val="FFFFFF"/>
          </a:solidFill>
          <a:ln/>
        </p:spPr>
      </p:sp>
      <p:sp>
        <p:nvSpPr>
          <p:cNvPr id="49" name="Text 47"/>
          <p:cNvSpPr/>
          <p:nvPr/>
        </p:nvSpPr>
        <p:spPr>
          <a:xfrm>
            <a:off x="3267456" y="4437888"/>
            <a:ext cx="192633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YOLOv8</a:t>
            </a:r>
            <a:endParaRPr lang="en-US" sz="1400" dirty="0"/>
          </a:p>
        </p:txBody>
      </p:sp>
      <p:sp>
        <p:nvSpPr>
          <p:cNvPr id="50" name="Shape 48"/>
          <p:cNvSpPr/>
          <p:nvPr/>
        </p:nvSpPr>
        <p:spPr>
          <a:xfrm>
            <a:off x="5242560" y="4376928"/>
            <a:ext cx="3657600" cy="560832"/>
          </a:xfrm>
          <a:prstGeom prst="rect">
            <a:avLst/>
          </a:prstGeom>
          <a:solidFill>
            <a:srgbClr val="FFFFFF"/>
          </a:solidFill>
          <a:ln/>
        </p:spPr>
      </p:sp>
      <p:sp>
        <p:nvSpPr>
          <p:cNvPr id="51" name="Text 49"/>
          <p:cNvSpPr/>
          <p:nvPr/>
        </p:nvSpPr>
        <p:spPr>
          <a:xfrm>
            <a:off x="5340096" y="4437888"/>
            <a:ext cx="351129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Improved speed + accuracy</a:t>
            </a:r>
            <a:endParaRPr lang="en-US" sz="1400" dirty="0"/>
          </a:p>
        </p:txBody>
      </p:sp>
      <p:sp>
        <p:nvSpPr>
          <p:cNvPr id="52" name="Shape 50"/>
          <p:cNvSpPr/>
          <p:nvPr/>
        </p:nvSpPr>
        <p:spPr>
          <a:xfrm>
            <a:off x="8900160" y="4376928"/>
            <a:ext cx="2804160" cy="560832"/>
          </a:xfrm>
          <a:prstGeom prst="rect">
            <a:avLst/>
          </a:prstGeom>
          <a:solidFill>
            <a:srgbClr val="FFFFFF"/>
          </a:solidFill>
          <a:ln/>
        </p:spPr>
      </p:sp>
      <p:sp>
        <p:nvSpPr>
          <p:cNvPr id="53" name="Text 51"/>
          <p:cNvSpPr/>
          <p:nvPr/>
        </p:nvSpPr>
        <p:spPr>
          <a:xfrm>
            <a:off x="8997696" y="4437888"/>
            <a:ext cx="2657856" cy="463296"/>
          </a:xfrm>
          <a:prstGeom prst="rect">
            <a:avLst/>
          </a:prstGeom>
          <a:noFill/>
          <a:ln/>
        </p:spPr>
        <p:txBody>
          <a:bodyPr wrap="square" lIns="0" tIns="0" rIns="0" bIns="0" rtlCol="0" anchor="ctr"/>
          <a:lstStyle/>
          <a:p>
            <a:r>
              <a:rPr lang="en-US" sz="1400" dirty="0">
                <a:solidFill>
                  <a:srgbClr val="111827"/>
                </a:solidFill>
                <a:latin typeface="Calibri" pitchFamily="34" charset="0"/>
                <a:ea typeface="Calibri" pitchFamily="34" charset="-122"/>
                <a:cs typeface="Calibri" pitchFamily="34" charset="-120"/>
              </a:rPr>
              <a:t>Single-module only</a:t>
            </a:r>
            <a:endParaRPr lang="en-US" sz="1400" dirty="0"/>
          </a:p>
        </p:txBody>
      </p:sp>
      <p:sp>
        <p:nvSpPr>
          <p:cNvPr id="54" name="Shape 52"/>
          <p:cNvSpPr/>
          <p:nvPr/>
        </p:nvSpPr>
        <p:spPr>
          <a:xfrm>
            <a:off x="487680" y="4876800"/>
            <a:ext cx="11216640" cy="914400"/>
          </a:xfrm>
          <a:prstGeom prst="roundRect">
            <a:avLst>
              <a:gd name="adj" fmla="val 13333"/>
            </a:avLst>
          </a:prstGeom>
          <a:solidFill>
            <a:srgbClr val="F97316"/>
          </a:solidFill>
          <a:ln/>
        </p:spPr>
      </p:sp>
      <p:sp>
        <p:nvSpPr>
          <p:cNvPr id="55" name="Text 53"/>
          <p:cNvSpPr/>
          <p:nvPr/>
        </p:nvSpPr>
        <p:spPr>
          <a:xfrm>
            <a:off x="731520" y="4998720"/>
            <a:ext cx="1463040" cy="609600"/>
          </a:xfrm>
          <a:prstGeom prst="rect">
            <a:avLst/>
          </a:prstGeom>
          <a:noFill/>
          <a:ln/>
        </p:spPr>
        <p:txBody>
          <a:bodyPr wrap="square" lIns="0" tIns="0" rIns="0" bIns="0" rtlCol="0" anchor="ctr"/>
          <a:lstStyle/>
          <a:p>
            <a:r>
              <a:rPr lang="en-US" sz="1733" b="1" dirty="0">
                <a:solidFill>
                  <a:srgbClr val="FFFFFF"/>
                </a:solidFill>
                <a:latin typeface="Cambria" pitchFamily="34" charset="0"/>
                <a:ea typeface="Cambria" pitchFamily="34" charset="-122"/>
                <a:cs typeface="Cambria" pitchFamily="34" charset="-120"/>
              </a:rPr>
              <a:t>Key Gap: </a:t>
            </a:r>
            <a:endParaRPr lang="en-US" sz="1733" dirty="0"/>
          </a:p>
        </p:txBody>
      </p:sp>
      <p:sp>
        <p:nvSpPr>
          <p:cNvPr id="56" name="Text 54"/>
          <p:cNvSpPr/>
          <p:nvPr/>
        </p:nvSpPr>
        <p:spPr>
          <a:xfrm>
            <a:off x="2072640" y="4998720"/>
            <a:ext cx="9387840" cy="670560"/>
          </a:xfrm>
          <a:prstGeom prst="rect">
            <a:avLst/>
          </a:prstGeom>
          <a:noFill/>
          <a:ln/>
        </p:spPr>
        <p:txBody>
          <a:bodyPr wrap="square" lIns="0" tIns="0" rIns="0" bIns="0" rtlCol="0" anchor="ctr"/>
          <a:lstStyle/>
          <a:p>
            <a:r>
              <a:rPr lang="en-US" sz="1467" dirty="0">
                <a:solidFill>
                  <a:srgbClr val="FFFFFF"/>
                </a:solidFill>
                <a:latin typeface="Calibri" pitchFamily="34" charset="0"/>
                <a:ea typeface="Calibri" pitchFamily="34" charset="-122"/>
                <a:cs typeface="Calibri" pitchFamily="34" charset="-120"/>
              </a:rPr>
              <a:t>No prior work integrates PPE detection + zone monitoring + delivery verification + hazard reporting into one unified platform. YOLOv8 is the current state-of-the-art — our system builds on it.</a:t>
            </a:r>
            <a:endParaRPr lang="en-US" sz="1467" dirty="0"/>
          </a:p>
        </p:txBody>
      </p:sp>
      <p:sp>
        <p:nvSpPr>
          <p:cNvPr id="59" name="Freeform 2">
            <a:extLst>
              <a:ext uri="{FF2B5EF4-FFF2-40B4-BE49-F238E27FC236}">
                <a16:creationId xmlns:a16="http://schemas.microsoft.com/office/drawing/2014/main" id="{9A1F68BB-E51B-40C7-BF08-8DDBD2EC26EF}"/>
              </a:ext>
            </a:extLst>
          </p:cNvPr>
          <p:cNvSpPr/>
          <p:nvPr/>
        </p:nvSpPr>
        <p:spPr>
          <a:xfrm>
            <a:off x="10871200" y="129046"/>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3">
              <a:extLst>
                <a:ext uri="{BEBA8EAE-BF5A-486C-A8C5-ECC9F3942E4B}">
                  <a14:imgProps xmlns:a14="http://schemas.microsoft.com/office/drawing/2010/main">
                    <a14:imgLayer r:embed="rId4">
                      <a14:imgEffect>
                        <a14:backgroundRemoval t="8434" b="87952" l="9910" r="89790"/>
                      </a14:imgEffect>
                    </a14:imgLayer>
                  </a14:imgProps>
                </a:ext>
              </a:extLst>
            </a:blip>
            <a:stretch>
              <a:fillRect t="-14277" b="-3918"/>
            </a:stretch>
          </a:blipFill>
        </p:spPr>
        <p:txBody>
          <a:bodyPr/>
          <a:lstStyle/>
          <a:p>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D94BEA7-79E5-46E1-BC44-9B8C39E2AE28}"/>
              </a:ext>
            </a:extLst>
          </p:cNvPr>
          <p:cNvPicPr>
            <a:picLocks noChangeAspect="1"/>
          </p:cNvPicPr>
          <p:nvPr/>
        </p:nvPicPr>
        <p:blipFill>
          <a:blip r:embed="rId3"/>
          <a:stretch>
            <a:fillRect/>
          </a:stretch>
        </p:blipFill>
        <p:spPr>
          <a:xfrm>
            <a:off x="0" y="1"/>
            <a:ext cx="12192000" cy="6857999"/>
          </a:xfrm>
          <a:prstGeom prst="rect">
            <a:avLst/>
          </a:prstGeom>
        </p:spPr>
      </p:pic>
      <p:sp>
        <p:nvSpPr>
          <p:cNvPr id="3" name="Text 1"/>
          <p:cNvSpPr/>
          <p:nvPr/>
        </p:nvSpPr>
        <p:spPr>
          <a:xfrm>
            <a:off x="548640" y="713232"/>
            <a:ext cx="6858000" cy="822960"/>
          </a:xfrm>
          <a:prstGeom prst="rect">
            <a:avLst/>
          </a:prstGeom>
          <a:noFill/>
          <a:ln/>
        </p:spPr>
        <p:txBody>
          <a:bodyPr wrap="square" lIns="0" tIns="0" rIns="0" bIns="0" rtlCol="0" anchor="ctr"/>
          <a:lstStyle/>
          <a:p>
            <a:pPr marL="0" indent="0">
              <a:buNone/>
            </a:pPr>
            <a:r>
              <a:rPr lang="en-US" sz="3200" b="1" dirty="0">
                <a:solidFill>
                  <a:srgbClr val="1C1C1A"/>
                </a:solidFill>
                <a:latin typeface="Georgia" pitchFamily="34" charset="0"/>
                <a:ea typeface="Georgia" pitchFamily="34" charset="-122"/>
                <a:cs typeface="Georgia" pitchFamily="34" charset="-120"/>
              </a:rPr>
              <a:t>Problem Definition</a:t>
            </a:r>
            <a:endParaRPr lang="en-US" sz="3200" dirty="0"/>
          </a:p>
        </p:txBody>
      </p:sp>
      <p:sp>
        <p:nvSpPr>
          <p:cNvPr id="4" name="Text 2"/>
          <p:cNvSpPr/>
          <p:nvPr/>
        </p:nvSpPr>
        <p:spPr>
          <a:xfrm>
            <a:off x="548640" y="1783080"/>
            <a:ext cx="5029200" cy="2103120"/>
          </a:xfrm>
          <a:prstGeom prst="rect">
            <a:avLst/>
          </a:prstGeom>
          <a:noFill/>
          <a:ln/>
        </p:spPr>
        <p:txBody>
          <a:bodyPr wrap="square" lIns="0" tIns="0" rIns="0" bIns="0" rtlCol="0" anchor="ctr"/>
          <a:lstStyle/>
          <a:p>
            <a:pPr marL="0" indent="0">
              <a:lnSpc>
                <a:spcPts val="2100"/>
              </a:lnSpc>
              <a:buNone/>
            </a:pPr>
            <a:r>
              <a:rPr lang="en-US" sz="1400" dirty="0">
                <a:solidFill>
                  <a:srgbClr val="1C1C1A"/>
                </a:solidFill>
                <a:latin typeface="Georgia" pitchFamily="34" charset="0"/>
                <a:ea typeface="Georgia" pitchFamily="34" charset="-122"/>
                <a:cs typeface="Georgia" pitchFamily="34" charset="-120"/>
              </a:rPr>
              <a:t>Manual safety inspection cannot keep pace with the causes of fatal accidents on Indian construction sites. Falls from height, structural collapse, and electrocution together account for the overwhelming majority of deaths — all conditions this platform is designed to detect and flag before they escalate.</a:t>
            </a:r>
            <a:endParaRPr lang="en-US" sz="1400" dirty="0"/>
          </a:p>
        </p:txBody>
      </p:sp>
      <p:sp>
        <p:nvSpPr>
          <p:cNvPr id="5" name="Shape 3"/>
          <p:cNvSpPr/>
          <p:nvPr/>
        </p:nvSpPr>
        <p:spPr>
          <a:xfrm>
            <a:off x="594360" y="4197096"/>
            <a:ext cx="82296" cy="82296"/>
          </a:xfrm>
          <a:prstGeom prst="ellipse">
            <a:avLst/>
          </a:prstGeom>
          <a:solidFill>
            <a:srgbClr val="C9781F"/>
          </a:solidFill>
          <a:ln/>
        </p:spPr>
      </p:sp>
      <p:sp>
        <p:nvSpPr>
          <p:cNvPr id="6" name="Text 4"/>
          <p:cNvSpPr/>
          <p:nvPr/>
        </p:nvSpPr>
        <p:spPr>
          <a:xfrm>
            <a:off x="841248" y="4059936"/>
            <a:ext cx="4754880" cy="457200"/>
          </a:xfrm>
          <a:prstGeom prst="rect">
            <a:avLst/>
          </a:prstGeom>
          <a:noFill/>
          <a:ln/>
        </p:spPr>
        <p:txBody>
          <a:bodyPr wrap="square" lIns="0" tIns="0" rIns="0" bIns="0" rtlCol="0" anchor="ctr"/>
          <a:lstStyle/>
          <a:p>
            <a:pPr marL="0" indent="0">
              <a:lnSpc>
                <a:spcPts val="1600"/>
              </a:lnSpc>
              <a:buNone/>
            </a:pPr>
            <a:r>
              <a:rPr lang="en-US" sz="1250" dirty="0">
                <a:solidFill>
                  <a:srgbClr val="5F5E5A"/>
                </a:solidFill>
                <a:latin typeface="Georgia" pitchFamily="34" charset="0"/>
                <a:ea typeface="Georgia" pitchFamily="34" charset="-122"/>
                <a:cs typeface="Georgia" pitchFamily="34" charset="-120"/>
              </a:rPr>
              <a:t>No automated, real-time PPE compliance enforcement at entry points</a:t>
            </a:r>
            <a:endParaRPr lang="en-US" sz="1250" dirty="0"/>
          </a:p>
        </p:txBody>
      </p:sp>
      <p:sp>
        <p:nvSpPr>
          <p:cNvPr id="7" name="Shape 5"/>
          <p:cNvSpPr/>
          <p:nvPr/>
        </p:nvSpPr>
        <p:spPr>
          <a:xfrm>
            <a:off x="594360" y="4727448"/>
            <a:ext cx="82296" cy="82296"/>
          </a:xfrm>
          <a:prstGeom prst="ellipse">
            <a:avLst/>
          </a:prstGeom>
          <a:solidFill>
            <a:srgbClr val="C9781F"/>
          </a:solidFill>
          <a:ln/>
        </p:spPr>
      </p:sp>
      <p:sp>
        <p:nvSpPr>
          <p:cNvPr id="8" name="Text 6"/>
          <p:cNvSpPr/>
          <p:nvPr/>
        </p:nvSpPr>
        <p:spPr>
          <a:xfrm>
            <a:off x="841248" y="4590288"/>
            <a:ext cx="4754880" cy="457200"/>
          </a:xfrm>
          <a:prstGeom prst="rect">
            <a:avLst/>
          </a:prstGeom>
          <a:noFill/>
          <a:ln/>
        </p:spPr>
        <p:txBody>
          <a:bodyPr wrap="square" lIns="0" tIns="0" rIns="0" bIns="0" rtlCol="0" anchor="ctr"/>
          <a:lstStyle/>
          <a:p>
            <a:pPr marL="0" indent="0">
              <a:lnSpc>
                <a:spcPts val="1600"/>
              </a:lnSpc>
              <a:buNone/>
            </a:pPr>
            <a:r>
              <a:rPr lang="en-US" sz="1250" dirty="0">
                <a:solidFill>
                  <a:srgbClr val="5F5E5A"/>
                </a:solidFill>
                <a:latin typeface="Georgia" pitchFamily="34" charset="0"/>
                <a:ea typeface="Georgia" pitchFamily="34" charset="-122"/>
                <a:cs typeface="Georgia" pitchFamily="34" charset="-120"/>
              </a:rPr>
              <a:t>Restricted hazardous zones (crane, excavation, high-voltage) go unmonitored</a:t>
            </a:r>
            <a:endParaRPr lang="en-US" sz="1250" dirty="0"/>
          </a:p>
        </p:txBody>
      </p:sp>
      <p:sp>
        <p:nvSpPr>
          <p:cNvPr id="9" name="Shape 7"/>
          <p:cNvSpPr/>
          <p:nvPr/>
        </p:nvSpPr>
        <p:spPr>
          <a:xfrm>
            <a:off x="594360" y="5257800"/>
            <a:ext cx="82296" cy="82296"/>
          </a:xfrm>
          <a:prstGeom prst="ellipse">
            <a:avLst/>
          </a:prstGeom>
          <a:solidFill>
            <a:srgbClr val="C9781F"/>
          </a:solidFill>
          <a:ln/>
        </p:spPr>
      </p:sp>
      <p:sp>
        <p:nvSpPr>
          <p:cNvPr id="10" name="Text 8"/>
          <p:cNvSpPr/>
          <p:nvPr/>
        </p:nvSpPr>
        <p:spPr>
          <a:xfrm>
            <a:off x="841248" y="5120640"/>
            <a:ext cx="4754880" cy="457200"/>
          </a:xfrm>
          <a:prstGeom prst="rect">
            <a:avLst/>
          </a:prstGeom>
          <a:noFill/>
          <a:ln/>
        </p:spPr>
        <p:txBody>
          <a:bodyPr wrap="square" lIns="0" tIns="0" rIns="0" bIns="0" rtlCol="0" anchor="ctr"/>
          <a:lstStyle/>
          <a:p>
            <a:pPr marL="0" indent="0">
              <a:lnSpc>
                <a:spcPts val="1600"/>
              </a:lnSpc>
              <a:buNone/>
            </a:pPr>
            <a:r>
              <a:rPr lang="en-US" sz="1250" dirty="0">
                <a:solidFill>
                  <a:srgbClr val="5F5E5A"/>
                </a:solidFill>
                <a:latin typeface="Georgia" pitchFamily="34" charset="0"/>
                <a:ea typeface="Georgia" pitchFamily="34" charset="-122"/>
                <a:cs typeface="Georgia" pitchFamily="34" charset="-120"/>
              </a:rPr>
              <a:t>Delivery-count fraud between vendors and supervisors goes undetected</a:t>
            </a:r>
            <a:endParaRPr lang="en-US" sz="1250" dirty="0"/>
          </a:p>
        </p:txBody>
      </p:sp>
      <p:sp>
        <p:nvSpPr>
          <p:cNvPr id="11" name="Shape 9"/>
          <p:cNvSpPr/>
          <p:nvPr/>
        </p:nvSpPr>
        <p:spPr>
          <a:xfrm>
            <a:off x="594360" y="5788152"/>
            <a:ext cx="82296" cy="82296"/>
          </a:xfrm>
          <a:prstGeom prst="ellipse">
            <a:avLst/>
          </a:prstGeom>
          <a:solidFill>
            <a:srgbClr val="C9781F"/>
          </a:solidFill>
          <a:ln/>
        </p:spPr>
      </p:sp>
      <p:sp>
        <p:nvSpPr>
          <p:cNvPr id="12" name="Text 10"/>
          <p:cNvSpPr/>
          <p:nvPr/>
        </p:nvSpPr>
        <p:spPr>
          <a:xfrm>
            <a:off x="841248" y="5650992"/>
            <a:ext cx="4754880" cy="457200"/>
          </a:xfrm>
          <a:prstGeom prst="rect">
            <a:avLst/>
          </a:prstGeom>
          <a:noFill/>
          <a:ln/>
        </p:spPr>
        <p:txBody>
          <a:bodyPr wrap="square" lIns="0" tIns="0" rIns="0" bIns="0" rtlCol="0" anchor="ctr"/>
          <a:lstStyle/>
          <a:p>
            <a:pPr marL="0" indent="0">
              <a:lnSpc>
                <a:spcPts val="1600"/>
              </a:lnSpc>
              <a:buNone/>
            </a:pPr>
            <a:r>
              <a:rPr lang="en-US" sz="1250" dirty="0">
                <a:solidFill>
                  <a:srgbClr val="5F5E5A"/>
                </a:solidFill>
                <a:latin typeface="Georgia" pitchFamily="34" charset="0"/>
                <a:ea typeface="Georgia" pitchFamily="34" charset="-122"/>
                <a:cs typeface="Georgia" pitchFamily="34" charset="-120"/>
              </a:rPr>
              <a:t>Hazard reports are informal, uncategorized, with no audit trail</a:t>
            </a:r>
            <a:endParaRPr lang="en-US" sz="1250" dirty="0"/>
          </a:p>
        </p:txBody>
      </p:sp>
      <p:graphicFrame>
        <p:nvGraphicFramePr>
          <p:cNvPr id="13" name="Chart 0"/>
          <p:cNvGraphicFramePr/>
          <p:nvPr/>
        </p:nvGraphicFramePr>
        <p:xfrm>
          <a:off x="6126480" y="1691640"/>
          <a:ext cx="553212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1"/>
          <p:cNvSpPr/>
          <p:nvPr/>
        </p:nvSpPr>
        <p:spPr>
          <a:xfrm>
            <a:off x="6126480" y="5897880"/>
            <a:ext cx="5532120" cy="274320"/>
          </a:xfrm>
          <a:prstGeom prst="rect">
            <a:avLst/>
          </a:prstGeom>
          <a:noFill/>
          <a:ln/>
        </p:spPr>
        <p:txBody>
          <a:bodyPr wrap="square" lIns="0" tIns="0" rIns="0" bIns="0" rtlCol="0" anchor="ctr"/>
          <a:lstStyle/>
          <a:p>
            <a:pPr marL="0" indent="0">
              <a:buNone/>
            </a:pPr>
            <a:r>
              <a:rPr lang="en-US" sz="850" i="1" dirty="0">
                <a:solidFill>
                  <a:srgbClr val="5F5E5A"/>
                </a:solidFill>
                <a:latin typeface="Georgia" pitchFamily="34" charset="0"/>
                <a:ea typeface="Georgia" pitchFamily="34" charset="-122"/>
                <a:cs typeface="Georgia" pitchFamily="34" charset="-120"/>
              </a:rPr>
              <a:t>Source: Insuropedia / industry accident analysis, 2013–2016 dataset</a:t>
            </a:r>
            <a:endParaRPr lang="en-US" sz="850" dirty="0"/>
          </a:p>
        </p:txBody>
      </p:sp>
      <p:sp>
        <p:nvSpPr>
          <p:cNvPr id="15" name="Text 12"/>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F5E5A"/>
                </a:solidFill>
                <a:latin typeface="Georgia" pitchFamily="34" charset="0"/>
                <a:ea typeface="Georgia" pitchFamily="34" charset="-122"/>
                <a:cs typeface="Georgia"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1F5F9"/>
          </a:solidFill>
          <a:ln/>
        </p:spPr>
      </p:sp>
      <p:sp>
        <p:nvSpPr>
          <p:cNvPr id="5" name="Text 3"/>
          <p:cNvSpPr/>
          <p:nvPr/>
        </p:nvSpPr>
        <p:spPr>
          <a:xfrm>
            <a:off x="341376" y="182880"/>
            <a:ext cx="11216640" cy="975360"/>
          </a:xfrm>
          <a:prstGeom prst="rect">
            <a:avLst/>
          </a:prstGeom>
          <a:noFill/>
          <a:ln/>
        </p:spPr>
        <p:txBody>
          <a:bodyPr wrap="square" lIns="0" tIns="0" rIns="0" bIns="0" rtlCol="0" anchor="ctr"/>
          <a:lstStyle/>
          <a:p>
            <a:r>
              <a:rPr lang="en-US" sz="3733" b="1" dirty="0">
                <a:latin typeface="Cambria" pitchFamily="34" charset="0"/>
                <a:ea typeface="Cambria" pitchFamily="34" charset="-122"/>
                <a:cs typeface="Cambria" pitchFamily="34" charset="-120"/>
              </a:rPr>
              <a:t>Objectives</a:t>
            </a:r>
            <a:endParaRPr lang="en-US" sz="3733" dirty="0"/>
          </a:p>
        </p:txBody>
      </p:sp>
      <p:sp>
        <p:nvSpPr>
          <p:cNvPr id="7" name="Text 5"/>
          <p:cNvSpPr/>
          <p:nvPr/>
        </p:nvSpPr>
        <p:spPr>
          <a:xfrm>
            <a:off x="634382" y="1249680"/>
            <a:ext cx="2682240" cy="670560"/>
          </a:xfrm>
          <a:prstGeom prst="rect">
            <a:avLst/>
          </a:prstGeom>
          <a:noFill/>
          <a:ln/>
        </p:spPr>
        <p:txBody>
          <a:bodyPr wrap="square" lIns="0" tIns="0" rIns="0" bIns="0" rtlCol="0" anchor="ctr"/>
          <a:lstStyle/>
          <a:p>
            <a:r>
              <a:rPr lang="en-US" sz="1733" b="1" dirty="0">
                <a:solidFill>
                  <a:srgbClr val="F97316"/>
                </a:solidFill>
                <a:latin typeface="Cambria" pitchFamily="34" charset="0"/>
                <a:ea typeface="Cambria" pitchFamily="34" charset="-122"/>
                <a:cs typeface="Cambria" pitchFamily="34" charset="-120"/>
              </a:rPr>
              <a:t>Primary Objective: </a:t>
            </a:r>
            <a:endParaRPr lang="en-US" sz="1733" dirty="0"/>
          </a:p>
        </p:txBody>
      </p:sp>
      <p:sp>
        <p:nvSpPr>
          <p:cNvPr id="8" name="Text 6"/>
          <p:cNvSpPr/>
          <p:nvPr/>
        </p:nvSpPr>
        <p:spPr>
          <a:xfrm>
            <a:off x="2767584" y="1381009"/>
            <a:ext cx="8168640" cy="731520"/>
          </a:xfrm>
          <a:prstGeom prst="rect">
            <a:avLst/>
          </a:prstGeom>
          <a:noFill/>
          <a:ln/>
        </p:spPr>
        <p:txBody>
          <a:bodyPr wrap="square" lIns="0" tIns="0" rIns="0" bIns="0" rtlCol="0" anchor="ctr"/>
          <a:lstStyle/>
          <a:p>
            <a:r>
              <a:rPr lang="en-US" sz="1467" dirty="0">
                <a:latin typeface="Calibri" pitchFamily="34" charset="0"/>
                <a:ea typeface="Calibri" pitchFamily="34" charset="-122"/>
                <a:cs typeface="Calibri" pitchFamily="34" charset="-120"/>
              </a:rPr>
              <a:t>Develop an automated, AI-powered construction site monitoring platform that improves safety, prevents delivery fraud, records material inflow, and centralizes site data — without requiring additional inspection staff.</a:t>
            </a:r>
            <a:endParaRPr lang="en-US" sz="1467" dirty="0"/>
          </a:p>
        </p:txBody>
      </p:sp>
      <p:sp>
        <p:nvSpPr>
          <p:cNvPr id="11" name="Text 9"/>
          <p:cNvSpPr/>
          <p:nvPr/>
        </p:nvSpPr>
        <p:spPr>
          <a:xfrm>
            <a:off x="878222" y="2687077"/>
            <a:ext cx="4876800" cy="487680"/>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67" dirty="0">
                <a:solidFill>
                  <a:srgbClr val="111827"/>
                </a:solidFill>
                <a:latin typeface="Calibri" pitchFamily="34" charset="0"/>
                <a:ea typeface="Calibri" pitchFamily="34" charset="-122"/>
                <a:cs typeface="Calibri" pitchFamily="34" charset="-120"/>
              </a:rPr>
              <a:t>Detect PPE violations (helmet, vest) at the entry gate in real time using YOLOv8</a:t>
            </a:r>
            <a:endParaRPr lang="en-US" sz="1467" dirty="0"/>
          </a:p>
        </p:txBody>
      </p:sp>
      <p:sp>
        <p:nvSpPr>
          <p:cNvPr id="14" name="Text 12"/>
          <p:cNvSpPr/>
          <p:nvPr/>
        </p:nvSpPr>
        <p:spPr>
          <a:xfrm>
            <a:off x="878222" y="3400773"/>
            <a:ext cx="4876800" cy="487680"/>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67" dirty="0">
                <a:solidFill>
                  <a:srgbClr val="111827"/>
                </a:solidFill>
                <a:latin typeface="Calibri" pitchFamily="34" charset="0"/>
                <a:ea typeface="Calibri" pitchFamily="34" charset="-122"/>
                <a:cs typeface="Calibri" pitchFamily="34" charset="-120"/>
              </a:rPr>
              <a:t>Monitor restricted/hazardous zones and alert supervisors on unauthorized entry</a:t>
            </a:r>
            <a:endParaRPr lang="en-US" sz="1467" dirty="0"/>
          </a:p>
        </p:txBody>
      </p:sp>
      <p:sp>
        <p:nvSpPr>
          <p:cNvPr id="23" name="Text 21"/>
          <p:cNvSpPr/>
          <p:nvPr/>
        </p:nvSpPr>
        <p:spPr>
          <a:xfrm>
            <a:off x="6436980" y="2677800"/>
            <a:ext cx="4693920" cy="487680"/>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67" dirty="0">
                <a:solidFill>
                  <a:srgbClr val="111827"/>
                </a:solidFill>
                <a:latin typeface="Calibri" pitchFamily="34" charset="0"/>
                <a:ea typeface="Calibri" pitchFamily="34" charset="-122"/>
                <a:cs typeface="Calibri" pitchFamily="34" charset="-120"/>
              </a:rPr>
              <a:t>Enable supervisors to log material type (cement/sand/bricks/steel) and quantity per delivery</a:t>
            </a:r>
            <a:endParaRPr lang="en-US" sz="1467" dirty="0"/>
          </a:p>
        </p:txBody>
      </p:sp>
      <p:sp>
        <p:nvSpPr>
          <p:cNvPr id="26" name="Text 24"/>
          <p:cNvSpPr/>
          <p:nvPr/>
        </p:nvSpPr>
        <p:spPr>
          <a:xfrm>
            <a:off x="6436980" y="3400773"/>
            <a:ext cx="4693920" cy="487680"/>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67" dirty="0">
                <a:solidFill>
                  <a:srgbClr val="111827"/>
                </a:solidFill>
                <a:latin typeface="Calibri" pitchFamily="34" charset="0"/>
                <a:ea typeface="Calibri" pitchFamily="34" charset="-122"/>
                <a:cs typeface="Calibri" pitchFamily="34" charset="-120"/>
              </a:rPr>
              <a:t>Allow workers to submit hazard reports with AI-assisted categorization</a:t>
            </a:r>
            <a:endParaRPr lang="en-US" sz="1467" dirty="0"/>
          </a:p>
        </p:txBody>
      </p:sp>
      <p:sp>
        <p:nvSpPr>
          <p:cNvPr id="29" name="Text 27"/>
          <p:cNvSpPr/>
          <p:nvPr/>
        </p:nvSpPr>
        <p:spPr>
          <a:xfrm>
            <a:off x="6436980" y="4148857"/>
            <a:ext cx="4693920" cy="487680"/>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67" dirty="0">
                <a:solidFill>
                  <a:srgbClr val="111827"/>
                </a:solidFill>
                <a:latin typeface="Calibri" pitchFamily="34" charset="0"/>
                <a:ea typeface="Calibri" pitchFamily="34" charset="-122"/>
                <a:cs typeface="Calibri" pitchFamily="34" charset="-120"/>
              </a:rPr>
              <a:t>Display all metrics on a unified, role-based dashboard (Admin + Supervisor)</a:t>
            </a:r>
            <a:endParaRPr lang="en-US" sz="1467" dirty="0"/>
          </a:p>
        </p:txBody>
      </p:sp>
      <p:sp>
        <p:nvSpPr>
          <p:cNvPr id="32" name="Text 30"/>
          <p:cNvSpPr/>
          <p:nvPr/>
        </p:nvSpPr>
        <p:spPr>
          <a:xfrm>
            <a:off x="878222" y="4114469"/>
            <a:ext cx="4693920" cy="487680"/>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67" dirty="0">
                <a:solidFill>
                  <a:srgbClr val="111827"/>
                </a:solidFill>
                <a:latin typeface="Calibri" pitchFamily="34" charset="0"/>
                <a:ea typeface="Calibri" pitchFamily="34" charset="-122"/>
                <a:cs typeface="Calibri" pitchFamily="34" charset="-120"/>
              </a:rPr>
              <a:t>Build a reusable shared camera pipeline to minimise hardware cost</a:t>
            </a:r>
            <a:endParaRPr lang="en-US" sz="1467" dirty="0"/>
          </a:p>
        </p:txBody>
      </p:sp>
      <p:sp>
        <p:nvSpPr>
          <p:cNvPr id="35" name="Freeform 2">
            <a:extLst>
              <a:ext uri="{FF2B5EF4-FFF2-40B4-BE49-F238E27FC236}">
                <a16:creationId xmlns:a16="http://schemas.microsoft.com/office/drawing/2014/main" id="{05AD3E81-8D85-42FF-A914-B9EAB82693F7}"/>
              </a:ext>
            </a:extLst>
          </p:cNvPr>
          <p:cNvSpPr/>
          <p:nvPr/>
        </p:nvSpPr>
        <p:spPr>
          <a:xfrm>
            <a:off x="10820400" y="27432"/>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3">
              <a:extLst>
                <a:ext uri="{BEBA8EAE-BF5A-486C-A8C5-ECC9F3942E4B}">
                  <a14:imgProps xmlns:a14="http://schemas.microsoft.com/office/drawing/2010/main">
                    <a14:imgLayer r:embed="rId4">
                      <a14:imgEffect>
                        <a14:backgroundRemoval t="8434" b="87952" l="9910" r="89790"/>
                      </a14:imgEffect>
                    </a14:imgLayer>
                  </a14:imgProps>
                </a:ext>
              </a:extLst>
            </a:blip>
            <a:stretch>
              <a:fillRect t="-14277" b="-3918"/>
            </a:stretch>
          </a:blipFill>
        </p:spPr>
        <p:txBody>
          <a:bodyPr/>
          <a:lstStyle/>
          <a:p>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9D94BEA7-79E5-46E1-BC44-9B8C39E2AE28}"/>
              </a:ext>
            </a:extLst>
          </p:cNvPr>
          <p:cNvPicPr>
            <a:picLocks noChangeAspect="1"/>
          </p:cNvPicPr>
          <p:nvPr/>
        </p:nvPicPr>
        <p:blipFill>
          <a:blip r:embed="rId3"/>
          <a:stretch>
            <a:fillRect/>
          </a:stretch>
        </p:blipFill>
        <p:spPr>
          <a:xfrm>
            <a:off x="0" y="1"/>
            <a:ext cx="12192000" cy="6857999"/>
          </a:xfrm>
          <a:prstGeom prst="rect">
            <a:avLst/>
          </a:prstGeom>
        </p:spPr>
      </p:pic>
      <p:sp>
        <p:nvSpPr>
          <p:cNvPr id="3" name="Text 1"/>
          <p:cNvSpPr/>
          <p:nvPr/>
        </p:nvSpPr>
        <p:spPr>
          <a:xfrm>
            <a:off x="548640" y="713232"/>
            <a:ext cx="10515600" cy="822960"/>
          </a:xfrm>
          <a:prstGeom prst="rect">
            <a:avLst/>
          </a:prstGeom>
          <a:noFill/>
          <a:ln/>
        </p:spPr>
        <p:txBody>
          <a:bodyPr wrap="square" lIns="0" tIns="0" rIns="0" bIns="0" rtlCol="0" anchor="ctr"/>
          <a:lstStyle/>
          <a:p>
            <a:pPr marL="0" indent="0">
              <a:buNone/>
            </a:pPr>
            <a:r>
              <a:rPr lang="en-US" sz="3200" b="1" dirty="0">
                <a:solidFill>
                  <a:srgbClr val="1C1C1A"/>
                </a:solidFill>
                <a:latin typeface="Georgia" pitchFamily="34" charset="0"/>
                <a:ea typeface="Georgia" pitchFamily="34" charset="-122"/>
                <a:cs typeface="Georgia" pitchFamily="34" charset="-120"/>
              </a:rPr>
              <a:t>Proposed System</a:t>
            </a:r>
            <a:endParaRPr lang="en-US" sz="3200" dirty="0"/>
          </a:p>
        </p:txBody>
      </p:sp>
      <p:sp>
        <p:nvSpPr>
          <p:cNvPr id="4" name="Shape 2"/>
          <p:cNvSpPr/>
          <p:nvPr/>
        </p:nvSpPr>
        <p:spPr>
          <a:xfrm>
            <a:off x="2218414" y="1748889"/>
            <a:ext cx="3611880" cy="1874520"/>
          </a:xfrm>
          <a:prstGeom prst="rect">
            <a:avLst/>
          </a:prstGeom>
          <a:solidFill>
            <a:srgbClr val="F4F2ED"/>
          </a:solidFill>
          <a:ln w="12700">
            <a:solidFill>
              <a:srgbClr val="E1DED4"/>
            </a:solidFill>
            <a:prstDash val="solid"/>
          </a:ln>
        </p:spPr>
      </p:sp>
      <p:sp>
        <p:nvSpPr>
          <p:cNvPr id="5" name="Text 3"/>
          <p:cNvSpPr/>
          <p:nvPr/>
        </p:nvSpPr>
        <p:spPr>
          <a:xfrm>
            <a:off x="2447014" y="1913481"/>
            <a:ext cx="914400" cy="457200"/>
          </a:xfrm>
          <a:prstGeom prst="rect">
            <a:avLst/>
          </a:prstGeom>
          <a:noFill/>
          <a:ln/>
        </p:spPr>
        <p:txBody>
          <a:bodyPr wrap="square" lIns="0" tIns="0" rIns="0" bIns="0" rtlCol="0" anchor="ctr"/>
          <a:lstStyle/>
          <a:p>
            <a:pPr marL="0" indent="0">
              <a:buNone/>
            </a:pPr>
            <a:r>
              <a:rPr lang="en-US" sz="2200" b="1" dirty="0">
                <a:solidFill>
                  <a:srgbClr val="C9781F"/>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2447014" y="2370681"/>
            <a:ext cx="3154680" cy="365760"/>
          </a:xfrm>
          <a:prstGeom prst="rect">
            <a:avLst/>
          </a:prstGeom>
          <a:noFill/>
          <a:ln/>
        </p:spPr>
        <p:txBody>
          <a:bodyPr wrap="square" lIns="0" tIns="0" rIns="0" bIns="0" rtlCol="0" anchor="ctr"/>
          <a:lstStyle/>
          <a:p>
            <a:pPr marL="0" indent="0">
              <a:buNone/>
            </a:pPr>
            <a:r>
              <a:rPr lang="en-US" sz="1450" b="1" dirty="0">
                <a:solidFill>
                  <a:srgbClr val="1C1C1A"/>
                </a:solidFill>
                <a:latin typeface="Georgia" pitchFamily="34" charset="0"/>
                <a:ea typeface="Georgia" pitchFamily="34" charset="-122"/>
                <a:cs typeface="Georgia" pitchFamily="34" charset="-120"/>
              </a:rPr>
              <a:t>PPE Detection</a:t>
            </a:r>
            <a:endParaRPr lang="en-US" sz="1450" dirty="0"/>
          </a:p>
        </p:txBody>
      </p:sp>
      <p:sp>
        <p:nvSpPr>
          <p:cNvPr id="7" name="Text 5"/>
          <p:cNvSpPr/>
          <p:nvPr/>
        </p:nvSpPr>
        <p:spPr>
          <a:xfrm>
            <a:off x="2447014" y="2736441"/>
            <a:ext cx="3154680" cy="822960"/>
          </a:xfrm>
          <a:prstGeom prst="rect">
            <a:avLst/>
          </a:prstGeom>
          <a:noFill/>
          <a:ln/>
        </p:spPr>
        <p:txBody>
          <a:bodyPr wrap="square" lIns="0" tIns="0" rIns="0" bIns="0" rtlCol="0" anchor="ctr"/>
          <a:lstStyle/>
          <a:p>
            <a:pPr marL="0" indent="0">
              <a:lnSpc>
                <a:spcPts val="1400"/>
              </a:lnSpc>
              <a:buNone/>
            </a:pPr>
            <a:r>
              <a:rPr lang="en-US" sz="1100" dirty="0">
                <a:solidFill>
                  <a:srgbClr val="5F5E5A"/>
                </a:solidFill>
                <a:latin typeface="Georgia" pitchFamily="34" charset="0"/>
                <a:ea typeface="Georgia" pitchFamily="34" charset="-122"/>
                <a:cs typeface="Georgia" pitchFamily="34" charset="-120"/>
              </a:rPr>
              <a:t>Entry-gate helmet/vest verification via two-stage YOLOv8 detect-then-classify pipeline.</a:t>
            </a:r>
            <a:endParaRPr lang="en-US" sz="1100" dirty="0"/>
          </a:p>
        </p:txBody>
      </p:sp>
      <p:sp>
        <p:nvSpPr>
          <p:cNvPr id="8" name="Shape 6"/>
          <p:cNvSpPr/>
          <p:nvPr/>
        </p:nvSpPr>
        <p:spPr>
          <a:xfrm>
            <a:off x="6013174" y="1748889"/>
            <a:ext cx="3611880" cy="1874520"/>
          </a:xfrm>
          <a:prstGeom prst="rect">
            <a:avLst/>
          </a:prstGeom>
          <a:solidFill>
            <a:srgbClr val="F4F2ED"/>
          </a:solidFill>
          <a:ln w="12700">
            <a:solidFill>
              <a:srgbClr val="E1DED4"/>
            </a:solidFill>
            <a:prstDash val="solid"/>
          </a:ln>
        </p:spPr>
      </p:sp>
      <p:sp>
        <p:nvSpPr>
          <p:cNvPr id="9" name="Text 7"/>
          <p:cNvSpPr/>
          <p:nvPr/>
        </p:nvSpPr>
        <p:spPr>
          <a:xfrm>
            <a:off x="6241774" y="1913481"/>
            <a:ext cx="914400" cy="457200"/>
          </a:xfrm>
          <a:prstGeom prst="rect">
            <a:avLst/>
          </a:prstGeom>
          <a:noFill/>
          <a:ln/>
        </p:spPr>
        <p:txBody>
          <a:bodyPr wrap="square" lIns="0" tIns="0" rIns="0" bIns="0" rtlCol="0" anchor="ctr"/>
          <a:lstStyle/>
          <a:p>
            <a:pPr marL="0" indent="0">
              <a:buNone/>
            </a:pPr>
            <a:r>
              <a:rPr lang="en-US" sz="2200" b="1" dirty="0">
                <a:solidFill>
                  <a:srgbClr val="C9781F"/>
                </a:solidFill>
                <a:latin typeface="Georgia" pitchFamily="34" charset="0"/>
                <a:ea typeface="Georgia" pitchFamily="34" charset="-122"/>
                <a:cs typeface="Georgia" pitchFamily="34" charset="-120"/>
              </a:rPr>
              <a:t>02</a:t>
            </a:r>
            <a:endParaRPr lang="en-US" sz="2200" dirty="0"/>
          </a:p>
        </p:txBody>
      </p:sp>
      <p:sp>
        <p:nvSpPr>
          <p:cNvPr id="10" name="Text 8"/>
          <p:cNvSpPr/>
          <p:nvPr/>
        </p:nvSpPr>
        <p:spPr>
          <a:xfrm>
            <a:off x="6241774" y="2370681"/>
            <a:ext cx="3154680" cy="365760"/>
          </a:xfrm>
          <a:prstGeom prst="rect">
            <a:avLst/>
          </a:prstGeom>
          <a:noFill/>
          <a:ln/>
        </p:spPr>
        <p:txBody>
          <a:bodyPr wrap="square" lIns="0" tIns="0" rIns="0" bIns="0" rtlCol="0" anchor="ctr"/>
          <a:lstStyle/>
          <a:p>
            <a:pPr marL="0" indent="0">
              <a:buNone/>
            </a:pPr>
            <a:r>
              <a:rPr lang="en-US" sz="1450" b="1" dirty="0">
                <a:solidFill>
                  <a:srgbClr val="1C1C1A"/>
                </a:solidFill>
                <a:latin typeface="Georgia" pitchFamily="34" charset="0"/>
                <a:ea typeface="Georgia" pitchFamily="34" charset="-122"/>
                <a:cs typeface="Georgia" pitchFamily="34" charset="-120"/>
              </a:rPr>
              <a:t>Zone Monitoring</a:t>
            </a:r>
            <a:endParaRPr lang="en-US" sz="1450" dirty="0"/>
          </a:p>
        </p:txBody>
      </p:sp>
      <p:sp>
        <p:nvSpPr>
          <p:cNvPr id="11" name="Text 9"/>
          <p:cNvSpPr/>
          <p:nvPr/>
        </p:nvSpPr>
        <p:spPr>
          <a:xfrm>
            <a:off x="6241774" y="2736441"/>
            <a:ext cx="3154680" cy="822960"/>
          </a:xfrm>
          <a:prstGeom prst="rect">
            <a:avLst/>
          </a:prstGeom>
          <a:noFill/>
          <a:ln/>
        </p:spPr>
        <p:txBody>
          <a:bodyPr wrap="square" lIns="0" tIns="0" rIns="0" bIns="0" rtlCol="0" anchor="ctr"/>
          <a:lstStyle/>
          <a:p>
            <a:pPr marL="0" indent="0">
              <a:lnSpc>
                <a:spcPts val="1400"/>
              </a:lnSpc>
              <a:buNone/>
            </a:pPr>
            <a:r>
              <a:rPr lang="en-US" sz="1100" dirty="0">
                <a:solidFill>
                  <a:srgbClr val="5F5E5A"/>
                </a:solidFill>
                <a:latin typeface="Georgia" pitchFamily="34" charset="0"/>
                <a:ea typeface="Georgia" pitchFamily="34" charset="-122"/>
                <a:cs typeface="Georgia" pitchFamily="34" charset="-120"/>
              </a:rPr>
              <a:t>Polygon-based restricted-zone breach detection with real-time supervisor alerts.</a:t>
            </a:r>
            <a:endParaRPr lang="en-US" sz="1100" dirty="0"/>
          </a:p>
        </p:txBody>
      </p:sp>
      <p:sp>
        <p:nvSpPr>
          <p:cNvPr id="16" name="Shape 14"/>
          <p:cNvSpPr/>
          <p:nvPr/>
        </p:nvSpPr>
        <p:spPr>
          <a:xfrm>
            <a:off x="548640" y="3886200"/>
            <a:ext cx="3611880" cy="1874520"/>
          </a:xfrm>
          <a:prstGeom prst="rect">
            <a:avLst/>
          </a:prstGeom>
          <a:solidFill>
            <a:srgbClr val="F4F2ED"/>
          </a:solidFill>
          <a:ln w="12700">
            <a:solidFill>
              <a:srgbClr val="E1DED4"/>
            </a:solidFill>
            <a:prstDash val="solid"/>
          </a:ln>
        </p:spPr>
      </p:sp>
      <p:sp>
        <p:nvSpPr>
          <p:cNvPr id="17" name="Text 15"/>
          <p:cNvSpPr/>
          <p:nvPr/>
        </p:nvSpPr>
        <p:spPr>
          <a:xfrm>
            <a:off x="777240" y="4050792"/>
            <a:ext cx="914400" cy="457200"/>
          </a:xfrm>
          <a:prstGeom prst="rect">
            <a:avLst/>
          </a:prstGeom>
          <a:noFill/>
          <a:ln/>
        </p:spPr>
        <p:txBody>
          <a:bodyPr wrap="square" lIns="0" tIns="0" rIns="0" bIns="0" rtlCol="0" anchor="ctr"/>
          <a:lstStyle/>
          <a:p>
            <a:pPr marL="0" indent="0">
              <a:buNone/>
            </a:pPr>
            <a:r>
              <a:rPr lang="en-US" sz="2200" b="1" dirty="0">
                <a:solidFill>
                  <a:srgbClr val="C9781F"/>
                </a:solidFill>
                <a:latin typeface="Georgia" pitchFamily="34" charset="0"/>
                <a:ea typeface="Georgia" pitchFamily="34" charset="-122"/>
                <a:cs typeface="Georgia" pitchFamily="34" charset="-120"/>
              </a:rPr>
              <a:t>04</a:t>
            </a:r>
            <a:endParaRPr lang="en-US" sz="2200" dirty="0"/>
          </a:p>
        </p:txBody>
      </p:sp>
      <p:sp>
        <p:nvSpPr>
          <p:cNvPr id="18" name="Text 16"/>
          <p:cNvSpPr/>
          <p:nvPr/>
        </p:nvSpPr>
        <p:spPr>
          <a:xfrm>
            <a:off x="777240" y="4507992"/>
            <a:ext cx="3154680" cy="365760"/>
          </a:xfrm>
          <a:prstGeom prst="rect">
            <a:avLst/>
          </a:prstGeom>
          <a:noFill/>
          <a:ln/>
        </p:spPr>
        <p:txBody>
          <a:bodyPr wrap="square" lIns="0" tIns="0" rIns="0" bIns="0" rtlCol="0" anchor="ctr"/>
          <a:lstStyle/>
          <a:p>
            <a:pPr marL="0" indent="0">
              <a:buNone/>
            </a:pPr>
            <a:r>
              <a:rPr lang="en-US" sz="1450" b="1" dirty="0">
                <a:solidFill>
                  <a:srgbClr val="1C1C1A"/>
                </a:solidFill>
                <a:latin typeface="Georgia" pitchFamily="34" charset="0"/>
                <a:ea typeface="Georgia" pitchFamily="34" charset="-122"/>
                <a:cs typeface="Georgia" pitchFamily="34" charset="-120"/>
              </a:rPr>
              <a:t>Delivery Verification</a:t>
            </a:r>
            <a:endParaRPr lang="en-US" sz="1450" dirty="0"/>
          </a:p>
        </p:txBody>
      </p:sp>
      <p:sp>
        <p:nvSpPr>
          <p:cNvPr id="19" name="Text 17"/>
          <p:cNvSpPr/>
          <p:nvPr/>
        </p:nvSpPr>
        <p:spPr>
          <a:xfrm>
            <a:off x="777240" y="4873752"/>
            <a:ext cx="3154680" cy="822960"/>
          </a:xfrm>
          <a:prstGeom prst="rect">
            <a:avLst/>
          </a:prstGeom>
          <a:noFill/>
          <a:ln/>
        </p:spPr>
        <p:txBody>
          <a:bodyPr wrap="square" lIns="0" tIns="0" rIns="0" bIns="0" rtlCol="0" anchor="ctr"/>
          <a:lstStyle/>
          <a:p>
            <a:pPr marL="0" indent="0">
              <a:lnSpc>
                <a:spcPts val="1400"/>
              </a:lnSpc>
              <a:buNone/>
            </a:pPr>
            <a:r>
              <a:rPr lang="en-US" sz="1100" dirty="0">
                <a:solidFill>
                  <a:srgbClr val="5F5E5A"/>
                </a:solidFill>
                <a:latin typeface="Georgia" pitchFamily="34" charset="0"/>
                <a:ea typeface="Georgia" pitchFamily="34" charset="-122"/>
                <a:cs typeface="Georgia" pitchFamily="34" charset="-120"/>
              </a:rPr>
              <a:t>AI vehicle count vs. manual report, with pattern-based fraud escalation to Admin only.</a:t>
            </a:r>
            <a:endParaRPr lang="en-US" sz="1100" dirty="0"/>
          </a:p>
        </p:txBody>
      </p:sp>
      <p:sp>
        <p:nvSpPr>
          <p:cNvPr id="20" name="Shape 18"/>
          <p:cNvSpPr/>
          <p:nvPr/>
        </p:nvSpPr>
        <p:spPr>
          <a:xfrm>
            <a:off x="4343400" y="3886200"/>
            <a:ext cx="3611880" cy="1874520"/>
          </a:xfrm>
          <a:prstGeom prst="rect">
            <a:avLst/>
          </a:prstGeom>
          <a:solidFill>
            <a:srgbClr val="F4F2ED"/>
          </a:solidFill>
          <a:ln w="12700">
            <a:solidFill>
              <a:srgbClr val="E1DED4"/>
            </a:solidFill>
            <a:prstDash val="solid"/>
          </a:ln>
        </p:spPr>
      </p:sp>
      <p:sp>
        <p:nvSpPr>
          <p:cNvPr id="21" name="Text 19"/>
          <p:cNvSpPr/>
          <p:nvPr/>
        </p:nvSpPr>
        <p:spPr>
          <a:xfrm>
            <a:off x="4572000" y="4050792"/>
            <a:ext cx="914400" cy="457200"/>
          </a:xfrm>
          <a:prstGeom prst="rect">
            <a:avLst/>
          </a:prstGeom>
          <a:noFill/>
          <a:ln/>
        </p:spPr>
        <p:txBody>
          <a:bodyPr wrap="square" lIns="0" tIns="0" rIns="0" bIns="0" rtlCol="0" anchor="ctr"/>
          <a:lstStyle/>
          <a:p>
            <a:pPr marL="0" indent="0">
              <a:buNone/>
            </a:pPr>
            <a:r>
              <a:rPr lang="en-US" sz="2200" b="1" dirty="0">
                <a:solidFill>
                  <a:srgbClr val="C9781F"/>
                </a:solidFill>
                <a:latin typeface="Georgia" pitchFamily="34" charset="0"/>
                <a:ea typeface="Georgia" pitchFamily="34" charset="-122"/>
                <a:cs typeface="Georgia" pitchFamily="34" charset="-120"/>
              </a:rPr>
              <a:t>05</a:t>
            </a:r>
            <a:endParaRPr lang="en-US" sz="2200" dirty="0"/>
          </a:p>
        </p:txBody>
      </p:sp>
      <p:sp>
        <p:nvSpPr>
          <p:cNvPr id="22" name="Text 20"/>
          <p:cNvSpPr/>
          <p:nvPr/>
        </p:nvSpPr>
        <p:spPr>
          <a:xfrm>
            <a:off x="4572000" y="4507992"/>
            <a:ext cx="3154680" cy="365760"/>
          </a:xfrm>
          <a:prstGeom prst="rect">
            <a:avLst/>
          </a:prstGeom>
          <a:noFill/>
          <a:ln/>
        </p:spPr>
        <p:txBody>
          <a:bodyPr wrap="square" lIns="0" tIns="0" rIns="0" bIns="0" rtlCol="0" anchor="ctr"/>
          <a:lstStyle/>
          <a:p>
            <a:pPr marL="0" indent="0">
              <a:buNone/>
            </a:pPr>
            <a:r>
              <a:rPr lang="en-US" sz="1450" b="1" dirty="0">
                <a:solidFill>
                  <a:srgbClr val="1C1C1A"/>
                </a:solidFill>
                <a:latin typeface="Georgia" pitchFamily="34" charset="0"/>
                <a:ea typeface="Georgia" pitchFamily="34" charset="-122"/>
                <a:cs typeface="Georgia" pitchFamily="34" charset="-120"/>
              </a:rPr>
              <a:t>Hazard Reporting</a:t>
            </a:r>
            <a:endParaRPr lang="en-US" sz="1450" dirty="0"/>
          </a:p>
        </p:txBody>
      </p:sp>
      <p:sp>
        <p:nvSpPr>
          <p:cNvPr id="23" name="Text 21"/>
          <p:cNvSpPr/>
          <p:nvPr/>
        </p:nvSpPr>
        <p:spPr>
          <a:xfrm>
            <a:off x="4572000" y="4873752"/>
            <a:ext cx="3154680" cy="822960"/>
          </a:xfrm>
          <a:prstGeom prst="rect">
            <a:avLst/>
          </a:prstGeom>
          <a:noFill/>
          <a:ln/>
        </p:spPr>
        <p:txBody>
          <a:bodyPr wrap="square" lIns="0" tIns="0" rIns="0" bIns="0" rtlCol="0" anchor="ctr"/>
          <a:lstStyle/>
          <a:p>
            <a:pPr marL="0" indent="0">
              <a:lnSpc>
                <a:spcPts val="1400"/>
              </a:lnSpc>
              <a:buNone/>
            </a:pPr>
            <a:r>
              <a:rPr lang="en-US" sz="1100" dirty="0">
                <a:solidFill>
                  <a:srgbClr val="5F5E5A"/>
                </a:solidFill>
                <a:latin typeface="Georgia" pitchFamily="34" charset="0"/>
                <a:ea typeface="Georgia" pitchFamily="34" charset="-122"/>
                <a:cs typeface="Georgia" pitchFamily="34" charset="-120"/>
              </a:rPr>
              <a:t>Worker-submitted hazards with rule-based AI categorization.</a:t>
            </a:r>
            <a:endParaRPr lang="en-US" sz="1100" dirty="0"/>
          </a:p>
        </p:txBody>
      </p:sp>
      <p:sp>
        <p:nvSpPr>
          <p:cNvPr id="24" name="Shape 22"/>
          <p:cNvSpPr/>
          <p:nvPr/>
        </p:nvSpPr>
        <p:spPr>
          <a:xfrm>
            <a:off x="8138160" y="3886200"/>
            <a:ext cx="3611880" cy="1874520"/>
          </a:xfrm>
          <a:prstGeom prst="rect">
            <a:avLst/>
          </a:prstGeom>
          <a:solidFill>
            <a:srgbClr val="F4F2ED"/>
          </a:solidFill>
          <a:ln w="12700">
            <a:solidFill>
              <a:srgbClr val="E1DED4"/>
            </a:solidFill>
            <a:prstDash val="solid"/>
          </a:ln>
        </p:spPr>
      </p:sp>
      <p:sp>
        <p:nvSpPr>
          <p:cNvPr id="25" name="Text 23"/>
          <p:cNvSpPr/>
          <p:nvPr/>
        </p:nvSpPr>
        <p:spPr>
          <a:xfrm>
            <a:off x="8366760" y="4050792"/>
            <a:ext cx="914400" cy="457200"/>
          </a:xfrm>
          <a:prstGeom prst="rect">
            <a:avLst/>
          </a:prstGeom>
          <a:noFill/>
          <a:ln/>
        </p:spPr>
        <p:txBody>
          <a:bodyPr wrap="square" lIns="0" tIns="0" rIns="0" bIns="0" rtlCol="0" anchor="ctr"/>
          <a:lstStyle/>
          <a:p>
            <a:pPr marL="0" indent="0">
              <a:buNone/>
            </a:pPr>
            <a:r>
              <a:rPr lang="en-US" sz="2200" b="1" dirty="0">
                <a:solidFill>
                  <a:srgbClr val="C9781F"/>
                </a:solidFill>
                <a:latin typeface="Georgia" pitchFamily="34" charset="0"/>
                <a:ea typeface="Georgia" pitchFamily="34" charset="-122"/>
                <a:cs typeface="Georgia" pitchFamily="34" charset="-120"/>
              </a:rPr>
              <a:t>06</a:t>
            </a:r>
            <a:endParaRPr lang="en-US" sz="2200" dirty="0"/>
          </a:p>
        </p:txBody>
      </p:sp>
      <p:sp>
        <p:nvSpPr>
          <p:cNvPr id="26" name="Text 24"/>
          <p:cNvSpPr/>
          <p:nvPr/>
        </p:nvSpPr>
        <p:spPr>
          <a:xfrm>
            <a:off x="8366760" y="4507992"/>
            <a:ext cx="3154680" cy="365760"/>
          </a:xfrm>
          <a:prstGeom prst="rect">
            <a:avLst/>
          </a:prstGeom>
          <a:noFill/>
          <a:ln/>
        </p:spPr>
        <p:txBody>
          <a:bodyPr wrap="square" lIns="0" tIns="0" rIns="0" bIns="0" rtlCol="0" anchor="ctr"/>
          <a:lstStyle/>
          <a:p>
            <a:pPr marL="0" indent="0">
              <a:buNone/>
            </a:pPr>
            <a:r>
              <a:rPr lang="en-US" sz="1450" b="1" dirty="0">
                <a:solidFill>
                  <a:srgbClr val="1C1C1A"/>
                </a:solidFill>
                <a:latin typeface="Georgia" pitchFamily="34" charset="0"/>
                <a:ea typeface="Georgia" pitchFamily="34" charset="-122"/>
                <a:cs typeface="Georgia" pitchFamily="34" charset="-120"/>
              </a:rPr>
              <a:t>Central Dashboard</a:t>
            </a:r>
            <a:endParaRPr lang="en-US" sz="1450" dirty="0"/>
          </a:p>
        </p:txBody>
      </p:sp>
      <p:sp>
        <p:nvSpPr>
          <p:cNvPr id="27" name="Text 25"/>
          <p:cNvSpPr/>
          <p:nvPr/>
        </p:nvSpPr>
        <p:spPr>
          <a:xfrm>
            <a:off x="8366760" y="4873752"/>
            <a:ext cx="3154680" cy="822960"/>
          </a:xfrm>
          <a:prstGeom prst="rect">
            <a:avLst/>
          </a:prstGeom>
          <a:noFill/>
          <a:ln/>
        </p:spPr>
        <p:txBody>
          <a:bodyPr wrap="square" lIns="0" tIns="0" rIns="0" bIns="0" rtlCol="0" anchor="ctr"/>
          <a:lstStyle/>
          <a:p>
            <a:pPr marL="0" indent="0">
              <a:lnSpc>
                <a:spcPts val="1400"/>
              </a:lnSpc>
              <a:buNone/>
            </a:pPr>
            <a:r>
              <a:rPr lang="en-US" sz="1100" dirty="0">
                <a:solidFill>
                  <a:srgbClr val="5F5E5A"/>
                </a:solidFill>
                <a:latin typeface="Georgia" pitchFamily="34" charset="0"/>
                <a:ea typeface="Georgia" pitchFamily="34" charset="-122"/>
                <a:cs typeface="Georgia" pitchFamily="34" charset="-120"/>
              </a:rPr>
              <a:t>Live KPIs, compliance rate, violations, and escalations in one view.</a:t>
            </a:r>
            <a:endParaRPr lang="en-US" sz="1100" dirty="0"/>
          </a:p>
        </p:txBody>
      </p:sp>
      <p:sp>
        <p:nvSpPr>
          <p:cNvPr id="28" name="Text 26"/>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F5E5A"/>
                </a:solidFill>
                <a:latin typeface="Georgia" pitchFamily="34" charset="0"/>
                <a:ea typeface="Georgia" pitchFamily="34" charset="-122"/>
                <a:cs typeface="Georgia" pitchFamily="34" charset="-120"/>
              </a:rPr>
              <a:t>05</a:t>
            </a:r>
            <a:endParaRPr lang="en-US" sz="1000" dirty="0"/>
          </a:p>
        </p:txBody>
      </p:sp>
      <p:sp>
        <p:nvSpPr>
          <p:cNvPr id="29" name="Freeform 2">
            <a:extLst>
              <a:ext uri="{FF2B5EF4-FFF2-40B4-BE49-F238E27FC236}">
                <a16:creationId xmlns:a16="http://schemas.microsoft.com/office/drawing/2014/main" id="{7EC7A40F-0082-40E7-A969-A6BDFC1F9F22}"/>
              </a:ext>
            </a:extLst>
          </p:cNvPr>
          <p:cNvSpPr/>
          <p:nvPr/>
        </p:nvSpPr>
        <p:spPr>
          <a:xfrm>
            <a:off x="10820400" y="27432"/>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4">
              <a:extLst>
                <a:ext uri="{BEBA8EAE-BF5A-486C-A8C5-ECC9F3942E4B}">
                  <a14:imgProps xmlns:a14="http://schemas.microsoft.com/office/drawing/2010/main">
                    <a14:imgLayer r:embed="rId5">
                      <a14:imgEffect>
                        <a14:backgroundRemoval t="8434" b="87952" l="9910" r="89790"/>
                      </a14:imgEffect>
                    </a14:imgLayer>
                  </a14:imgProps>
                </a:ext>
              </a:extLst>
            </a:blip>
            <a:stretch>
              <a:fillRect t="-14277" b="-3918"/>
            </a:stretch>
          </a:blipFill>
        </p:spPr>
        <p:txBody>
          <a:bodyPr/>
          <a:lstStyle/>
          <a:p>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9D94BEA7-79E5-46E1-BC44-9B8C39E2AE28}"/>
              </a:ext>
            </a:extLst>
          </p:cNvPr>
          <p:cNvPicPr>
            <a:picLocks noChangeAspect="1"/>
          </p:cNvPicPr>
          <p:nvPr/>
        </p:nvPicPr>
        <p:blipFill>
          <a:blip r:embed="rId3"/>
          <a:stretch>
            <a:fillRect/>
          </a:stretch>
        </p:blipFill>
        <p:spPr>
          <a:xfrm>
            <a:off x="0" y="1"/>
            <a:ext cx="12192000" cy="6857999"/>
          </a:xfrm>
          <a:prstGeom prst="rect">
            <a:avLst/>
          </a:prstGeom>
        </p:spPr>
      </p:pic>
      <p:sp>
        <p:nvSpPr>
          <p:cNvPr id="3" name="Text 1"/>
          <p:cNvSpPr/>
          <p:nvPr/>
        </p:nvSpPr>
        <p:spPr>
          <a:xfrm>
            <a:off x="548640" y="713232"/>
            <a:ext cx="10515600" cy="822960"/>
          </a:xfrm>
          <a:prstGeom prst="rect">
            <a:avLst/>
          </a:prstGeom>
          <a:noFill/>
          <a:ln/>
        </p:spPr>
        <p:txBody>
          <a:bodyPr wrap="square" lIns="0" tIns="0" rIns="0" bIns="0" rtlCol="0" anchor="ctr"/>
          <a:lstStyle/>
          <a:p>
            <a:pPr marL="0" indent="0">
              <a:buNone/>
            </a:pPr>
            <a:r>
              <a:rPr lang="en-US" sz="3200" b="1" dirty="0">
                <a:solidFill>
                  <a:srgbClr val="1C1C1A"/>
                </a:solidFill>
                <a:latin typeface="Georgia" pitchFamily="34" charset="0"/>
                <a:ea typeface="Georgia" pitchFamily="34" charset="-122"/>
                <a:cs typeface="Georgia" pitchFamily="34" charset="-120"/>
              </a:rPr>
              <a:t>Methodology</a:t>
            </a:r>
            <a:endParaRPr lang="en-US" sz="3200" dirty="0"/>
          </a:p>
        </p:txBody>
      </p:sp>
      <p:sp>
        <p:nvSpPr>
          <p:cNvPr id="4" name="Shape 2"/>
          <p:cNvSpPr/>
          <p:nvPr/>
        </p:nvSpPr>
        <p:spPr>
          <a:xfrm>
            <a:off x="548640" y="2011680"/>
            <a:ext cx="3429000" cy="1874520"/>
          </a:xfrm>
          <a:prstGeom prst="rect">
            <a:avLst/>
          </a:prstGeom>
          <a:solidFill>
            <a:srgbClr val="FFFFFF"/>
          </a:solidFill>
          <a:ln w="15875">
            <a:solidFill>
              <a:srgbClr val="E1DED4"/>
            </a:solidFill>
            <a:prstDash val="solid"/>
          </a:ln>
        </p:spPr>
      </p:sp>
      <p:sp>
        <p:nvSpPr>
          <p:cNvPr id="6" name="Text 4"/>
          <p:cNvSpPr/>
          <p:nvPr/>
        </p:nvSpPr>
        <p:spPr>
          <a:xfrm>
            <a:off x="731520" y="2176272"/>
            <a:ext cx="548640" cy="365760"/>
          </a:xfrm>
          <a:prstGeom prst="rect">
            <a:avLst/>
          </a:prstGeom>
          <a:noFill/>
          <a:ln/>
        </p:spPr>
        <p:txBody>
          <a:bodyPr wrap="square" lIns="0" tIns="0" rIns="0" bIns="0" rtlCol="0" anchor="ctr"/>
          <a:lstStyle/>
          <a:p>
            <a:pPr marL="0" indent="0">
              <a:buNone/>
            </a:pPr>
            <a:r>
              <a:rPr lang="en-US" sz="1600" b="1" dirty="0">
                <a:solidFill>
                  <a:srgbClr val="2F5D73"/>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731520" y="2542032"/>
            <a:ext cx="3063240" cy="365760"/>
          </a:xfrm>
          <a:prstGeom prst="rect">
            <a:avLst/>
          </a:prstGeom>
          <a:noFill/>
          <a:ln/>
        </p:spPr>
        <p:txBody>
          <a:bodyPr wrap="square" lIns="0" tIns="0" rIns="0" bIns="0" rtlCol="0" anchor="ctr"/>
          <a:lstStyle/>
          <a:p>
            <a:pPr marL="0" indent="0">
              <a:buNone/>
            </a:pPr>
            <a:r>
              <a:rPr lang="en-US" sz="1350" b="1" dirty="0">
                <a:solidFill>
                  <a:srgbClr val="1C1C1A"/>
                </a:solidFill>
                <a:latin typeface="Georgia" pitchFamily="34" charset="0"/>
                <a:ea typeface="Georgia" pitchFamily="34" charset="-122"/>
                <a:cs typeface="Georgia" pitchFamily="34" charset="-120"/>
              </a:rPr>
              <a:t>Video Input</a:t>
            </a:r>
            <a:endParaRPr lang="en-US" sz="1350" dirty="0"/>
          </a:p>
        </p:txBody>
      </p:sp>
      <p:sp>
        <p:nvSpPr>
          <p:cNvPr id="8" name="Text 6"/>
          <p:cNvSpPr/>
          <p:nvPr/>
        </p:nvSpPr>
        <p:spPr>
          <a:xfrm>
            <a:off x="731520" y="2907792"/>
            <a:ext cx="3063240" cy="914400"/>
          </a:xfrm>
          <a:prstGeom prst="rect">
            <a:avLst/>
          </a:prstGeom>
          <a:noFill/>
          <a:ln/>
        </p:spPr>
        <p:txBody>
          <a:bodyPr wrap="square" lIns="0" tIns="0" rIns="0" bIns="0" rtlCol="0" anchor="ctr"/>
          <a:lstStyle/>
          <a:p>
            <a:pPr marL="0" indent="0">
              <a:lnSpc>
                <a:spcPts val="1400"/>
              </a:lnSpc>
              <a:buNone/>
            </a:pPr>
            <a:r>
              <a:rPr lang="en-US" sz="1080" dirty="0">
                <a:solidFill>
                  <a:srgbClr val="5F5E5A"/>
                </a:solidFill>
                <a:latin typeface="Georgia" pitchFamily="34" charset="0"/>
                <a:ea typeface="Georgia" pitchFamily="34" charset="-122"/>
                <a:cs typeface="Georgia" pitchFamily="34" charset="-120"/>
              </a:rPr>
              <a:t>Live gate camera feed or recorded video file — the pipeline treats both identically.</a:t>
            </a:r>
            <a:endParaRPr lang="en-US" sz="1080" dirty="0"/>
          </a:p>
        </p:txBody>
      </p:sp>
      <p:sp>
        <p:nvSpPr>
          <p:cNvPr id="9" name="Text 7"/>
          <p:cNvSpPr/>
          <p:nvPr/>
        </p:nvSpPr>
        <p:spPr>
          <a:xfrm>
            <a:off x="3986784" y="2724912"/>
            <a:ext cx="237744" cy="365760"/>
          </a:xfrm>
          <a:prstGeom prst="rect">
            <a:avLst/>
          </a:prstGeom>
          <a:noFill/>
          <a:ln/>
        </p:spPr>
        <p:txBody>
          <a:bodyPr wrap="square" lIns="0" tIns="0" rIns="0" bIns="0" rtlCol="0" anchor="ctr"/>
          <a:lstStyle/>
          <a:p>
            <a:pPr marL="0" indent="0" algn="ctr">
              <a:buNone/>
            </a:pPr>
            <a:r>
              <a:rPr lang="en-US" sz="1600" b="1" dirty="0">
                <a:solidFill>
                  <a:srgbClr val="C9781F"/>
                </a:solidFill>
                <a:latin typeface="Georgia" pitchFamily="34" charset="0"/>
                <a:ea typeface="Georgia" pitchFamily="34" charset="-122"/>
                <a:cs typeface="Georgia" pitchFamily="34" charset="-120"/>
              </a:rPr>
              <a:t>→</a:t>
            </a:r>
            <a:endParaRPr lang="en-US" sz="1600" dirty="0"/>
          </a:p>
        </p:txBody>
      </p:sp>
      <p:sp>
        <p:nvSpPr>
          <p:cNvPr id="10" name="Shape 8"/>
          <p:cNvSpPr/>
          <p:nvPr/>
        </p:nvSpPr>
        <p:spPr>
          <a:xfrm>
            <a:off x="4233672" y="2011680"/>
            <a:ext cx="3429000" cy="1874520"/>
          </a:xfrm>
          <a:prstGeom prst="rect">
            <a:avLst/>
          </a:prstGeom>
          <a:solidFill>
            <a:srgbClr val="FFFFFF"/>
          </a:solidFill>
          <a:ln w="15875">
            <a:solidFill>
              <a:srgbClr val="E1DED4"/>
            </a:solidFill>
            <a:prstDash val="solid"/>
          </a:ln>
        </p:spPr>
      </p:sp>
      <p:sp>
        <p:nvSpPr>
          <p:cNvPr id="12" name="Text 10"/>
          <p:cNvSpPr/>
          <p:nvPr/>
        </p:nvSpPr>
        <p:spPr>
          <a:xfrm>
            <a:off x="4416552" y="2176272"/>
            <a:ext cx="548640" cy="365760"/>
          </a:xfrm>
          <a:prstGeom prst="rect">
            <a:avLst/>
          </a:prstGeom>
          <a:noFill/>
          <a:ln/>
        </p:spPr>
        <p:txBody>
          <a:bodyPr wrap="square" lIns="0" tIns="0" rIns="0" bIns="0" rtlCol="0" anchor="ctr"/>
          <a:lstStyle/>
          <a:p>
            <a:pPr marL="0" indent="0">
              <a:buNone/>
            </a:pPr>
            <a:r>
              <a:rPr lang="en-US" sz="1600" b="1" dirty="0">
                <a:solidFill>
                  <a:srgbClr val="2F5D73"/>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4416552" y="2542032"/>
            <a:ext cx="3063240" cy="365760"/>
          </a:xfrm>
          <a:prstGeom prst="rect">
            <a:avLst/>
          </a:prstGeom>
          <a:noFill/>
          <a:ln/>
        </p:spPr>
        <p:txBody>
          <a:bodyPr wrap="square" lIns="0" tIns="0" rIns="0" bIns="0" rtlCol="0" anchor="ctr"/>
          <a:lstStyle/>
          <a:p>
            <a:pPr marL="0" indent="0">
              <a:buNone/>
            </a:pPr>
            <a:r>
              <a:rPr lang="en-US" sz="1350" b="1" dirty="0">
                <a:solidFill>
                  <a:srgbClr val="1C1C1A"/>
                </a:solidFill>
                <a:latin typeface="Georgia" pitchFamily="34" charset="0"/>
                <a:ea typeface="Georgia" pitchFamily="34" charset="-122"/>
                <a:cs typeface="Georgia" pitchFamily="34" charset="-120"/>
              </a:rPr>
              <a:t>Frame Extraction</a:t>
            </a:r>
            <a:endParaRPr lang="en-US" sz="1350" dirty="0"/>
          </a:p>
        </p:txBody>
      </p:sp>
      <p:sp>
        <p:nvSpPr>
          <p:cNvPr id="14" name="Text 12"/>
          <p:cNvSpPr/>
          <p:nvPr/>
        </p:nvSpPr>
        <p:spPr>
          <a:xfrm>
            <a:off x="4416552" y="2907792"/>
            <a:ext cx="3063240" cy="914400"/>
          </a:xfrm>
          <a:prstGeom prst="rect">
            <a:avLst/>
          </a:prstGeom>
          <a:noFill/>
          <a:ln/>
        </p:spPr>
        <p:txBody>
          <a:bodyPr wrap="square" lIns="0" tIns="0" rIns="0" bIns="0" rtlCol="0" anchor="ctr"/>
          <a:lstStyle/>
          <a:p>
            <a:pPr marL="0" indent="0">
              <a:lnSpc>
                <a:spcPts val="1400"/>
              </a:lnSpc>
              <a:buNone/>
            </a:pPr>
            <a:r>
              <a:rPr lang="en-US" sz="1080" dirty="0">
                <a:solidFill>
                  <a:srgbClr val="5F5E5A"/>
                </a:solidFill>
                <a:latin typeface="Georgia" pitchFamily="34" charset="0"/>
                <a:ea typeface="Georgia" pitchFamily="34" charset="-122"/>
                <a:cs typeface="Georgia" pitchFamily="34" charset="-120"/>
              </a:rPr>
              <a:t>OpenCV samples frames at a fixed interval for processing.</a:t>
            </a:r>
            <a:endParaRPr lang="en-US" sz="1080" dirty="0"/>
          </a:p>
        </p:txBody>
      </p:sp>
      <p:sp>
        <p:nvSpPr>
          <p:cNvPr id="15" name="Text 13"/>
          <p:cNvSpPr/>
          <p:nvPr/>
        </p:nvSpPr>
        <p:spPr>
          <a:xfrm>
            <a:off x="7671816" y="2724912"/>
            <a:ext cx="237744" cy="365760"/>
          </a:xfrm>
          <a:prstGeom prst="rect">
            <a:avLst/>
          </a:prstGeom>
          <a:noFill/>
          <a:ln/>
        </p:spPr>
        <p:txBody>
          <a:bodyPr wrap="square" lIns="0" tIns="0" rIns="0" bIns="0" rtlCol="0" anchor="ctr"/>
          <a:lstStyle/>
          <a:p>
            <a:pPr marL="0" indent="0" algn="ctr">
              <a:buNone/>
            </a:pPr>
            <a:r>
              <a:rPr lang="en-US" sz="1600" b="1" dirty="0">
                <a:solidFill>
                  <a:srgbClr val="C9781F"/>
                </a:solidFill>
                <a:latin typeface="Georgia" pitchFamily="34" charset="0"/>
                <a:ea typeface="Georgia" pitchFamily="34" charset="-122"/>
                <a:cs typeface="Georgia" pitchFamily="34" charset="-120"/>
              </a:rPr>
              <a:t>→</a:t>
            </a:r>
            <a:endParaRPr lang="en-US" sz="1600" dirty="0"/>
          </a:p>
        </p:txBody>
      </p:sp>
      <p:sp>
        <p:nvSpPr>
          <p:cNvPr id="16" name="Shape 14"/>
          <p:cNvSpPr/>
          <p:nvPr/>
        </p:nvSpPr>
        <p:spPr>
          <a:xfrm>
            <a:off x="7918704" y="2011680"/>
            <a:ext cx="3429000" cy="1874520"/>
          </a:xfrm>
          <a:prstGeom prst="rect">
            <a:avLst/>
          </a:prstGeom>
          <a:solidFill>
            <a:srgbClr val="FFFFFF"/>
          </a:solidFill>
          <a:ln w="15875">
            <a:solidFill>
              <a:srgbClr val="E1DED4"/>
            </a:solidFill>
            <a:prstDash val="solid"/>
          </a:ln>
        </p:spPr>
      </p:sp>
      <p:sp>
        <p:nvSpPr>
          <p:cNvPr id="18" name="Text 16"/>
          <p:cNvSpPr/>
          <p:nvPr/>
        </p:nvSpPr>
        <p:spPr>
          <a:xfrm>
            <a:off x="8101584" y="2176272"/>
            <a:ext cx="548640" cy="365760"/>
          </a:xfrm>
          <a:prstGeom prst="rect">
            <a:avLst/>
          </a:prstGeom>
          <a:noFill/>
          <a:ln/>
        </p:spPr>
        <p:txBody>
          <a:bodyPr wrap="square" lIns="0" tIns="0" rIns="0" bIns="0" rtlCol="0" anchor="ctr"/>
          <a:lstStyle/>
          <a:p>
            <a:pPr marL="0" indent="0">
              <a:buNone/>
            </a:pPr>
            <a:r>
              <a:rPr lang="en-US" sz="1600" b="1" dirty="0">
                <a:solidFill>
                  <a:srgbClr val="2F5D73"/>
                </a:solidFill>
                <a:latin typeface="Georgia" pitchFamily="34" charset="0"/>
                <a:ea typeface="Georgia" pitchFamily="34" charset="-122"/>
                <a:cs typeface="Georgia" pitchFamily="34" charset="-120"/>
              </a:rPr>
              <a:t>3</a:t>
            </a:r>
            <a:endParaRPr lang="en-US" sz="1600" dirty="0"/>
          </a:p>
        </p:txBody>
      </p:sp>
      <p:sp>
        <p:nvSpPr>
          <p:cNvPr id="19" name="Text 17"/>
          <p:cNvSpPr/>
          <p:nvPr/>
        </p:nvSpPr>
        <p:spPr>
          <a:xfrm>
            <a:off x="8101584" y="2542032"/>
            <a:ext cx="3063240" cy="365760"/>
          </a:xfrm>
          <a:prstGeom prst="rect">
            <a:avLst/>
          </a:prstGeom>
          <a:noFill/>
          <a:ln/>
        </p:spPr>
        <p:txBody>
          <a:bodyPr wrap="square" lIns="0" tIns="0" rIns="0" bIns="0" rtlCol="0" anchor="ctr"/>
          <a:lstStyle/>
          <a:p>
            <a:pPr marL="0" indent="0">
              <a:buNone/>
            </a:pPr>
            <a:r>
              <a:rPr lang="en-US" sz="1350" b="1" dirty="0">
                <a:solidFill>
                  <a:srgbClr val="1C1C1A"/>
                </a:solidFill>
                <a:latin typeface="Georgia" pitchFamily="34" charset="0"/>
                <a:ea typeface="Georgia" pitchFamily="34" charset="-122"/>
                <a:cs typeface="Georgia" pitchFamily="34" charset="-120"/>
              </a:rPr>
              <a:t>YOLOv8 Detection</a:t>
            </a:r>
            <a:endParaRPr lang="en-US" sz="1350" dirty="0"/>
          </a:p>
        </p:txBody>
      </p:sp>
      <p:sp>
        <p:nvSpPr>
          <p:cNvPr id="20" name="Text 18"/>
          <p:cNvSpPr/>
          <p:nvPr/>
        </p:nvSpPr>
        <p:spPr>
          <a:xfrm>
            <a:off x="8101584" y="2907792"/>
            <a:ext cx="3063240" cy="914400"/>
          </a:xfrm>
          <a:prstGeom prst="rect">
            <a:avLst/>
          </a:prstGeom>
          <a:noFill/>
          <a:ln/>
        </p:spPr>
        <p:txBody>
          <a:bodyPr wrap="square" lIns="0" tIns="0" rIns="0" bIns="0" rtlCol="0" anchor="ctr"/>
          <a:lstStyle/>
          <a:p>
            <a:pPr marL="0" indent="0">
              <a:lnSpc>
                <a:spcPts val="1400"/>
              </a:lnSpc>
              <a:buNone/>
            </a:pPr>
            <a:r>
              <a:rPr lang="en-US" sz="1080" dirty="0">
                <a:solidFill>
                  <a:srgbClr val="5F5E5A"/>
                </a:solidFill>
                <a:latin typeface="Georgia" pitchFamily="34" charset="0"/>
                <a:ea typeface="Georgia" pitchFamily="34" charset="-122"/>
                <a:cs typeface="Georgia" pitchFamily="34" charset="-120"/>
              </a:rPr>
              <a:t>Detects persons, PPE items, vehicles, and equipment per frame with confidence thresholding.</a:t>
            </a:r>
            <a:endParaRPr lang="en-US" sz="1080" dirty="0"/>
          </a:p>
        </p:txBody>
      </p:sp>
      <p:sp>
        <p:nvSpPr>
          <p:cNvPr id="21" name="Shape 19"/>
          <p:cNvSpPr/>
          <p:nvPr/>
        </p:nvSpPr>
        <p:spPr>
          <a:xfrm>
            <a:off x="548640" y="4160520"/>
            <a:ext cx="3429000" cy="1874520"/>
          </a:xfrm>
          <a:prstGeom prst="rect">
            <a:avLst/>
          </a:prstGeom>
          <a:solidFill>
            <a:srgbClr val="FFFFFF"/>
          </a:solidFill>
          <a:ln w="15875">
            <a:solidFill>
              <a:srgbClr val="E1DED4"/>
            </a:solidFill>
            <a:prstDash val="solid"/>
          </a:ln>
        </p:spPr>
      </p:sp>
      <p:sp>
        <p:nvSpPr>
          <p:cNvPr id="23" name="Text 21"/>
          <p:cNvSpPr/>
          <p:nvPr/>
        </p:nvSpPr>
        <p:spPr>
          <a:xfrm>
            <a:off x="731520" y="4325112"/>
            <a:ext cx="548640" cy="365760"/>
          </a:xfrm>
          <a:prstGeom prst="rect">
            <a:avLst/>
          </a:prstGeom>
          <a:noFill/>
          <a:ln/>
        </p:spPr>
        <p:txBody>
          <a:bodyPr wrap="square" lIns="0" tIns="0" rIns="0" bIns="0" rtlCol="0" anchor="ctr"/>
          <a:lstStyle/>
          <a:p>
            <a:pPr marL="0" indent="0">
              <a:buNone/>
            </a:pPr>
            <a:r>
              <a:rPr lang="en-US" sz="1600" b="1" dirty="0">
                <a:solidFill>
                  <a:srgbClr val="2F5D73"/>
                </a:solidFill>
                <a:latin typeface="Georgia" pitchFamily="34" charset="0"/>
                <a:ea typeface="Georgia" pitchFamily="34" charset="-122"/>
                <a:cs typeface="Georgia" pitchFamily="34" charset="-120"/>
              </a:rPr>
              <a:t>4</a:t>
            </a:r>
            <a:endParaRPr lang="en-US" sz="1600" dirty="0"/>
          </a:p>
        </p:txBody>
      </p:sp>
      <p:sp>
        <p:nvSpPr>
          <p:cNvPr id="24" name="Text 22"/>
          <p:cNvSpPr/>
          <p:nvPr/>
        </p:nvSpPr>
        <p:spPr>
          <a:xfrm>
            <a:off x="731520" y="4690872"/>
            <a:ext cx="3063240" cy="365760"/>
          </a:xfrm>
          <a:prstGeom prst="rect">
            <a:avLst/>
          </a:prstGeom>
          <a:noFill/>
          <a:ln/>
        </p:spPr>
        <p:txBody>
          <a:bodyPr wrap="square" lIns="0" tIns="0" rIns="0" bIns="0" rtlCol="0" anchor="ctr"/>
          <a:lstStyle/>
          <a:p>
            <a:pPr marL="0" indent="0">
              <a:buNone/>
            </a:pPr>
            <a:r>
              <a:rPr lang="en-US" sz="1350" b="1" dirty="0">
                <a:solidFill>
                  <a:srgbClr val="1C1C1A"/>
                </a:solidFill>
                <a:latin typeface="Georgia" pitchFamily="34" charset="0"/>
                <a:ea typeface="Georgia" pitchFamily="34" charset="-122"/>
                <a:cs typeface="Georgia" pitchFamily="34" charset="-120"/>
              </a:rPr>
              <a:t>Rule-Based Logic</a:t>
            </a:r>
            <a:endParaRPr lang="en-US" sz="1350" dirty="0"/>
          </a:p>
        </p:txBody>
      </p:sp>
      <p:sp>
        <p:nvSpPr>
          <p:cNvPr id="25" name="Text 23"/>
          <p:cNvSpPr/>
          <p:nvPr/>
        </p:nvSpPr>
        <p:spPr>
          <a:xfrm>
            <a:off x="731520" y="5056632"/>
            <a:ext cx="3063240" cy="914400"/>
          </a:xfrm>
          <a:prstGeom prst="rect">
            <a:avLst/>
          </a:prstGeom>
          <a:noFill/>
          <a:ln/>
        </p:spPr>
        <p:txBody>
          <a:bodyPr wrap="square" lIns="0" tIns="0" rIns="0" bIns="0" rtlCol="0" anchor="ctr"/>
          <a:lstStyle/>
          <a:p>
            <a:pPr marL="0" indent="0">
              <a:lnSpc>
                <a:spcPts val="1400"/>
              </a:lnSpc>
              <a:buNone/>
            </a:pPr>
            <a:r>
              <a:rPr lang="en-US" sz="1080" dirty="0">
                <a:solidFill>
                  <a:srgbClr val="5F5E5A"/>
                </a:solidFill>
                <a:latin typeface="Georgia" pitchFamily="34" charset="0"/>
                <a:ea typeface="Georgia" pitchFamily="34" charset="-122"/>
                <a:cs typeface="Georgia" pitchFamily="34" charset="-120"/>
              </a:rPr>
              <a:t>Custom logic determines violations, zone breaches, and vehicle counts from raw detections.</a:t>
            </a:r>
            <a:endParaRPr lang="en-US" sz="1080" dirty="0"/>
          </a:p>
        </p:txBody>
      </p:sp>
      <p:sp>
        <p:nvSpPr>
          <p:cNvPr id="26" name="Text 24"/>
          <p:cNvSpPr/>
          <p:nvPr/>
        </p:nvSpPr>
        <p:spPr>
          <a:xfrm>
            <a:off x="3986784" y="4873752"/>
            <a:ext cx="237744" cy="365760"/>
          </a:xfrm>
          <a:prstGeom prst="rect">
            <a:avLst/>
          </a:prstGeom>
          <a:noFill/>
          <a:ln/>
        </p:spPr>
        <p:txBody>
          <a:bodyPr wrap="square" lIns="0" tIns="0" rIns="0" bIns="0" rtlCol="0" anchor="ctr"/>
          <a:lstStyle/>
          <a:p>
            <a:pPr marL="0" indent="0" algn="ctr">
              <a:buNone/>
            </a:pPr>
            <a:r>
              <a:rPr lang="en-US" sz="1600" b="1" dirty="0">
                <a:solidFill>
                  <a:srgbClr val="C9781F"/>
                </a:solidFill>
                <a:latin typeface="Georgia" pitchFamily="34" charset="0"/>
                <a:ea typeface="Georgia" pitchFamily="34" charset="-122"/>
                <a:cs typeface="Georgia" pitchFamily="34" charset="-120"/>
              </a:rPr>
              <a:t>→</a:t>
            </a:r>
            <a:endParaRPr lang="en-US" sz="1600" dirty="0"/>
          </a:p>
        </p:txBody>
      </p:sp>
      <p:sp>
        <p:nvSpPr>
          <p:cNvPr id="27" name="Shape 25"/>
          <p:cNvSpPr/>
          <p:nvPr/>
        </p:nvSpPr>
        <p:spPr>
          <a:xfrm>
            <a:off x="4233672" y="4160520"/>
            <a:ext cx="3429000" cy="1874520"/>
          </a:xfrm>
          <a:prstGeom prst="rect">
            <a:avLst/>
          </a:prstGeom>
          <a:solidFill>
            <a:srgbClr val="FFFFFF"/>
          </a:solidFill>
          <a:ln w="15875">
            <a:solidFill>
              <a:srgbClr val="E1DED4"/>
            </a:solidFill>
            <a:prstDash val="solid"/>
          </a:ln>
        </p:spPr>
      </p:sp>
      <p:sp>
        <p:nvSpPr>
          <p:cNvPr id="29" name="Text 27"/>
          <p:cNvSpPr/>
          <p:nvPr/>
        </p:nvSpPr>
        <p:spPr>
          <a:xfrm>
            <a:off x="4416552" y="4325112"/>
            <a:ext cx="548640" cy="365760"/>
          </a:xfrm>
          <a:prstGeom prst="rect">
            <a:avLst/>
          </a:prstGeom>
          <a:noFill/>
          <a:ln/>
        </p:spPr>
        <p:txBody>
          <a:bodyPr wrap="square" lIns="0" tIns="0" rIns="0" bIns="0" rtlCol="0" anchor="ctr"/>
          <a:lstStyle/>
          <a:p>
            <a:pPr marL="0" indent="0">
              <a:buNone/>
            </a:pPr>
            <a:r>
              <a:rPr lang="en-US" sz="1600" b="1" dirty="0">
                <a:solidFill>
                  <a:srgbClr val="2F5D73"/>
                </a:solidFill>
                <a:latin typeface="Georgia" pitchFamily="34" charset="0"/>
                <a:ea typeface="Georgia" pitchFamily="34" charset="-122"/>
                <a:cs typeface="Georgia" pitchFamily="34" charset="-120"/>
              </a:rPr>
              <a:t>5</a:t>
            </a:r>
            <a:endParaRPr lang="en-US" sz="1600" dirty="0"/>
          </a:p>
        </p:txBody>
      </p:sp>
      <p:sp>
        <p:nvSpPr>
          <p:cNvPr id="30" name="Text 28"/>
          <p:cNvSpPr/>
          <p:nvPr/>
        </p:nvSpPr>
        <p:spPr>
          <a:xfrm>
            <a:off x="4416552" y="4690872"/>
            <a:ext cx="3063240" cy="365760"/>
          </a:xfrm>
          <a:prstGeom prst="rect">
            <a:avLst/>
          </a:prstGeom>
          <a:noFill/>
          <a:ln/>
        </p:spPr>
        <p:txBody>
          <a:bodyPr wrap="square" lIns="0" tIns="0" rIns="0" bIns="0" rtlCol="0" anchor="ctr"/>
          <a:lstStyle/>
          <a:p>
            <a:pPr marL="0" indent="0">
              <a:buNone/>
            </a:pPr>
            <a:r>
              <a:rPr lang="en-US" sz="1350" b="1" dirty="0">
                <a:solidFill>
                  <a:srgbClr val="1C1C1A"/>
                </a:solidFill>
                <a:latin typeface="Georgia" pitchFamily="34" charset="0"/>
                <a:ea typeface="Georgia" pitchFamily="34" charset="-122"/>
                <a:cs typeface="Georgia" pitchFamily="34" charset="-120"/>
              </a:rPr>
              <a:t>Backend + Database</a:t>
            </a:r>
            <a:endParaRPr lang="en-US" sz="1350" dirty="0"/>
          </a:p>
        </p:txBody>
      </p:sp>
      <p:sp>
        <p:nvSpPr>
          <p:cNvPr id="31" name="Text 29"/>
          <p:cNvSpPr/>
          <p:nvPr/>
        </p:nvSpPr>
        <p:spPr>
          <a:xfrm>
            <a:off x="4416552" y="5056632"/>
            <a:ext cx="3063240" cy="914400"/>
          </a:xfrm>
          <a:prstGeom prst="rect">
            <a:avLst/>
          </a:prstGeom>
          <a:noFill/>
          <a:ln/>
        </p:spPr>
        <p:txBody>
          <a:bodyPr wrap="square" lIns="0" tIns="0" rIns="0" bIns="0" rtlCol="0" anchor="ctr"/>
          <a:lstStyle/>
          <a:p>
            <a:pPr marL="0" indent="0">
              <a:lnSpc>
                <a:spcPts val="1400"/>
              </a:lnSpc>
              <a:buNone/>
            </a:pPr>
            <a:r>
              <a:rPr lang="en-US" sz="1080" dirty="0">
                <a:solidFill>
                  <a:srgbClr val="5F5E5A"/>
                </a:solidFill>
                <a:latin typeface="Georgia" pitchFamily="34" charset="0"/>
                <a:ea typeface="Georgia" pitchFamily="34" charset="-122"/>
                <a:cs typeface="Georgia" pitchFamily="34" charset="-120"/>
              </a:rPr>
              <a:t>FastAPI logs every event to PostgreSQL as an immutable audit record.</a:t>
            </a:r>
            <a:endParaRPr lang="en-US" sz="1080" dirty="0"/>
          </a:p>
        </p:txBody>
      </p:sp>
      <p:sp>
        <p:nvSpPr>
          <p:cNvPr id="32" name="Text 30"/>
          <p:cNvSpPr/>
          <p:nvPr/>
        </p:nvSpPr>
        <p:spPr>
          <a:xfrm>
            <a:off x="7671816" y="4873752"/>
            <a:ext cx="237744" cy="365760"/>
          </a:xfrm>
          <a:prstGeom prst="rect">
            <a:avLst/>
          </a:prstGeom>
          <a:noFill/>
          <a:ln/>
        </p:spPr>
        <p:txBody>
          <a:bodyPr wrap="square" lIns="0" tIns="0" rIns="0" bIns="0" rtlCol="0" anchor="ctr"/>
          <a:lstStyle/>
          <a:p>
            <a:pPr marL="0" indent="0" algn="ctr">
              <a:buNone/>
            </a:pPr>
            <a:r>
              <a:rPr lang="en-US" sz="1600" b="1" dirty="0">
                <a:solidFill>
                  <a:srgbClr val="C9781F"/>
                </a:solidFill>
                <a:latin typeface="Georgia" pitchFamily="34" charset="0"/>
                <a:ea typeface="Georgia" pitchFamily="34" charset="-122"/>
                <a:cs typeface="Georgia" pitchFamily="34" charset="-120"/>
              </a:rPr>
              <a:t>→</a:t>
            </a:r>
            <a:endParaRPr lang="en-US" sz="1600" dirty="0"/>
          </a:p>
        </p:txBody>
      </p:sp>
      <p:sp>
        <p:nvSpPr>
          <p:cNvPr id="33" name="Shape 31"/>
          <p:cNvSpPr/>
          <p:nvPr/>
        </p:nvSpPr>
        <p:spPr>
          <a:xfrm>
            <a:off x="7918704" y="4160520"/>
            <a:ext cx="3429000" cy="1874520"/>
          </a:xfrm>
          <a:prstGeom prst="rect">
            <a:avLst/>
          </a:prstGeom>
          <a:solidFill>
            <a:srgbClr val="FFFFFF"/>
          </a:solidFill>
          <a:ln w="15875">
            <a:solidFill>
              <a:srgbClr val="E1DED4"/>
            </a:solidFill>
            <a:prstDash val="solid"/>
          </a:ln>
        </p:spPr>
      </p:sp>
      <p:sp>
        <p:nvSpPr>
          <p:cNvPr id="35" name="Text 33"/>
          <p:cNvSpPr/>
          <p:nvPr/>
        </p:nvSpPr>
        <p:spPr>
          <a:xfrm>
            <a:off x="8101584" y="4325112"/>
            <a:ext cx="548640" cy="365760"/>
          </a:xfrm>
          <a:prstGeom prst="rect">
            <a:avLst/>
          </a:prstGeom>
          <a:noFill/>
          <a:ln/>
        </p:spPr>
        <p:txBody>
          <a:bodyPr wrap="square" lIns="0" tIns="0" rIns="0" bIns="0" rtlCol="0" anchor="ctr"/>
          <a:lstStyle/>
          <a:p>
            <a:pPr marL="0" indent="0">
              <a:buNone/>
            </a:pPr>
            <a:r>
              <a:rPr lang="en-US" sz="1600" b="1" dirty="0">
                <a:solidFill>
                  <a:srgbClr val="2F5D73"/>
                </a:solidFill>
                <a:latin typeface="Georgia" pitchFamily="34" charset="0"/>
                <a:ea typeface="Georgia" pitchFamily="34" charset="-122"/>
                <a:cs typeface="Georgia" pitchFamily="34" charset="-120"/>
              </a:rPr>
              <a:t>6</a:t>
            </a:r>
            <a:endParaRPr lang="en-US" sz="1600" dirty="0"/>
          </a:p>
        </p:txBody>
      </p:sp>
      <p:sp>
        <p:nvSpPr>
          <p:cNvPr id="36" name="Text 34"/>
          <p:cNvSpPr/>
          <p:nvPr/>
        </p:nvSpPr>
        <p:spPr>
          <a:xfrm>
            <a:off x="8101584" y="4690872"/>
            <a:ext cx="3063240" cy="365760"/>
          </a:xfrm>
          <a:prstGeom prst="rect">
            <a:avLst/>
          </a:prstGeom>
          <a:noFill/>
          <a:ln/>
        </p:spPr>
        <p:txBody>
          <a:bodyPr wrap="square" lIns="0" tIns="0" rIns="0" bIns="0" rtlCol="0" anchor="ctr"/>
          <a:lstStyle/>
          <a:p>
            <a:pPr marL="0" indent="0">
              <a:buNone/>
            </a:pPr>
            <a:r>
              <a:rPr lang="en-US" sz="1350" b="1" dirty="0">
                <a:solidFill>
                  <a:srgbClr val="1C1C1A"/>
                </a:solidFill>
                <a:latin typeface="Georgia" pitchFamily="34" charset="0"/>
                <a:ea typeface="Georgia" pitchFamily="34" charset="-122"/>
                <a:cs typeface="Georgia" pitchFamily="34" charset="-120"/>
              </a:rPr>
              <a:t>Dashboard + Alerts</a:t>
            </a:r>
            <a:endParaRPr lang="en-US" sz="1350" dirty="0"/>
          </a:p>
        </p:txBody>
      </p:sp>
      <p:sp>
        <p:nvSpPr>
          <p:cNvPr id="37" name="Text 35"/>
          <p:cNvSpPr/>
          <p:nvPr/>
        </p:nvSpPr>
        <p:spPr>
          <a:xfrm>
            <a:off x="8101584" y="5056632"/>
            <a:ext cx="3063240" cy="914400"/>
          </a:xfrm>
          <a:prstGeom prst="rect">
            <a:avLst/>
          </a:prstGeom>
          <a:noFill/>
          <a:ln/>
        </p:spPr>
        <p:txBody>
          <a:bodyPr wrap="square" lIns="0" tIns="0" rIns="0" bIns="0" rtlCol="0" anchor="ctr"/>
          <a:lstStyle/>
          <a:p>
            <a:pPr marL="0" indent="0">
              <a:lnSpc>
                <a:spcPts val="1400"/>
              </a:lnSpc>
              <a:buNone/>
            </a:pPr>
            <a:r>
              <a:rPr lang="en-US" sz="1080" dirty="0">
                <a:solidFill>
                  <a:srgbClr val="5F5E5A"/>
                </a:solidFill>
                <a:latin typeface="Georgia" pitchFamily="34" charset="0"/>
                <a:ea typeface="Georgia" pitchFamily="34" charset="-122"/>
                <a:cs typeface="Georgia" pitchFamily="34" charset="-120"/>
              </a:rPr>
              <a:t>React dashboard updates live; escalations route to the correct role automatically.</a:t>
            </a:r>
            <a:endParaRPr lang="en-US" sz="1080" dirty="0"/>
          </a:p>
        </p:txBody>
      </p:sp>
      <p:sp>
        <p:nvSpPr>
          <p:cNvPr id="38" name="Text 36"/>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F5E5A"/>
                </a:solidFill>
                <a:latin typeface="Georgia" pitchFamily="34" charset="0"/>
                <a:ea typeface="Georgia" pitchFamily="34" charset="-122"/>
                <a:cs typeface="Georgia" pitchFamily="34" charset="-120"/>
              </a:rPr>
              <a:t>07</a:t>
            </a:r>
            <a:endParaRPr lang="en-US" sz="1000" dirty="0"/>
          </a:p>
        </p:txBody>
      </p:sp>
      <p:sp>
        <p:nvSpPr>
          <p:cNvPr id="39" name="Freeform 2">
            <a:extLst>
              <a:ext uri="{FF2B5EF4-FFF2-40B4-BE49-F238E27FC236}">
                <a16:creationId xmlns:a16="http://schemas.microsoft.com/office/drawing/2014/main" id="{26D39DE8-D0E1-4CFA-A9E3-89B643A03972}"/>
              </a:ext>
            </a:extLst>
          </p:cNvPr>
          <p:cNvSpPr/>
          <p:nvPr/>
        </p:nvSpPr>
        <p:spPr>
          <a:xfrm>
            <a:off x="10820400" y="27432"/>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4">
              <a:extLst>
                <a:ext uri="{BEBA8EAE-BF5A-486C-A8C5-ECC9F3942E4B}">
                  <a14:imgProps xmlns:a14="http://schemas.microsoft.com/office/drawing/2010/main">
                    <a14:imgLayer r:embed="rId5">
                      <a14:imgEffect>
                        <a14:backgroundRemoval t="8434" b="87952" l="9910" r="89790"/>
                      </a14:imgEffect>
                    </a14:imgLayer>
                  </a14:imgProps>
                </a:ext>
              </a:extLst>
            </a:blip>
            <a:stretch>
              <a:fillRect t="-14277" b="-3918"/>
            </a:stretch>
          </a:blipFill>
        </p:spPr>
        <p:txBody>
          <a:bodyPr/>
          <a:lstStyle/>
          <a:p>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94BEA7-79E5-46E1-BC44-9B8C39E2AE28}"/>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p:cNvSpPr txBox="1"/>
          <p:nvPr/>
        </p:nvSpPr>
        <p:spPr>
          <a:xfrm>
            <a:off x="2869096" y="294098"/>
            <a:ext cx="6096000" cy="769441"/>
          </a:xfrm>
          <a:prstGeom prst="rect">
            <a:avLst/>
          </a:prstGeom>
          <a:noFill/>
        </p:spPr>
        <p:txBody>
          <a:bodyPr wrap="square">
            <a:spAutoFit/>
          </a:bodyPr>
          <a:lstStyle/>
          <a:p>
            <a:pPr algn="ctr"/>
            <a:r>
              <a:rPr lang="en-IN" sz="4400" b="1" dirty="0">
                <a:latin typeface="Times New Roman" panose="02020603050405020304" pitchFamily="18" charset="0"/>
                <a:cs typeface="Times New Roman" panose="02020603050405020304" pitchFamily="18" charset="0"/>
              </a:rPr>
              <a:t>Analysis</a:t>
            </a:r>
          </a:p>
        </p:txBody>
      </p:sp>
      <p:sp>
        <p:nvSpPr>
          <p:cNvPr id="4" name="Rectangle 2">
            <a:extLst>
              <a:ext uri="{FF2B5EF4-FFF2-40B4-BE49-F238E27FC236}">
                <a16:creationId xmlns:a16="http://schemas.microsoft.com/office/drawing/2014/main" id="{1B88836D-98E4-46AE-8888-FE4736268D6B}"/>
              </a:ext>
            </a:extLst>
          </p:cNvPr>
          <p:cNvSpPr>
            <a:spLocks noChangeArrowheads="1"/>
          </p:cNvSpPr>
          <p:nvPr/>
        </p:nvSpPr>
        <p:spPr bwMode="auto">
          <a:xfrm>
            <a:off x="996564" y="1110007"/>
            <a:ext cx="100076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construction site monitoring relies heavily on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inspections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are time-consuming and prone to human error.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 violations, such as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PPE and unauthorized zone entry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may not be detected immediately, increasing the risk of workplace accidents.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verification of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delivery vehicle counts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lead to discrepancies and reduce operational transparency.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AI solutions generally focus on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tasks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PPE detection) rather than providing an integrated construction site management platform.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combines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 AI, and centralized data management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automate safety monitoring, improve compliance, and support faster decision-making.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and dashboard analytics enable supervisors to respond quickly to safety incidents and operational issues. </a:t>
            </a:r>
          </a:p>
        </p:txBody>
      </p:sp>
      <p:sp>
        <p:nvSpPr>
          <p:cNvPr id="6" name="Freeform 2">
            <a:extLst>
              <a:ext uri="{FF2B5EF4-FFF2-40B4-BE49-F238E27FC236}">
                <a16:creationId xmlns:a16="http://schemas.microsoft.com/office/drawing/2014/main" id="{A52D1BDE-8C3F-412C-A518-D2F8DC02BB0A}"/>
              </a:ext>
            </a:extLst>
          </p:cNvPr>
          <p:cNvSpPr/>
          <p:nvPr/>
        </p:nvSpPr>
        <p:spPr>
          <a:xfrm>
            <a:off x="10820400" y="27432"/>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3">
              <a:extLst>
                <a:ext uri="{BEBA8EAE-BF5A-486C-A8C5-ECC9F3942E4B}">
                  <a14:imgProps xmlns:a14="http://schemas.microsoft.com/office/drawing/2010/main">
                    <a14:imgLayer r:embed="rId4">
                      <a14:imgEffect>
                        <a14:backgroundRemoval t="8434" b="87952" l="9910" r="89790"/>
                      </a14:imgEffect>
                    </a14:imgLayer>
                  </a14:imgProps>
                </a:ext>
              </a:extLst>
            </a:blip>
            <a:stretch>
              <a:fillRect t="-14277" b="-3918"/>
            </a:stretch>
          </a:blipFill>
        </p:spPr>
        <p:txBody>
          <a:bodyPr/>
          <a:lstStyle/>
          <a:p>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65500" y="368299"/>
            <a:ext cx="4974772"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Expected Output</a:t>
            </a:r>
            <a:endParaRPr lang="en-IN" sz="4400" b="1" dirty="0">
              <a:latin typeface="Times New Roman" panose="02020603050405020304" pitchFamily="18" charset="0"/>
              <a:cs typeface="Times New Roman" panose="02020603050405020304" pitchFamily="18" charset="0"/>
            </a:endParaRPr>
          </a:p>
        </p:txBody>
      </p:sp>
      <p:sp>
        <p:nvSpPr>
          <p:cNvPr id="4" name="Freeform 2">
            <a:extLst>
              <a:ext uri="{FF2B5EF4-FFF2-40B4-BE49-F238E27FC236}">
                <a16:creationId xmlns:a16="http://schemas.microsoft.com/office/drawing/2014/main" id="{21F27897-A1D4-4F5B-AE5C-722A080EC7EC}"/>
              </a:ext>
            </a:extLst>
          </p:cNvPr>
          <p:cNvSpPr/>
          <p:nvPr/>
        </p:nvSpPr>
        <p:spPr>
          <a:xfrm>
            <a:off x="10820400" y="27432"/>
            <a:ext cx="1402080" cy="975360"/>
          </a:xfrm>
          <a:custGeom>
            <a:avLst/>
            <a:gdLst/>
            <a:ahLst/>
            <a:cxnLst/>
            <a:rect l="l" t="t" r="r" b="b"/>
            <a:pathLst>
              <a:path w="3319800" h="2800299">
                <a:moveTo>
                  <a:pt x="0" y="0"/>
                </a:moveTo>
                <a:lnTo>
                  <a:pt x="3319800" y="0"/>
                </a:lnTo>
                <a:lnTo>
                  <a:pt x="3319800" y="2800299"/>
                </a:lnTo>
                <a:lnTo>
                  <a:pt x="0" y="2800299"/>
                </a:lnTo>
                <a:lnTo>
                  <a:pt x="0" y="0"/>
                </a:lnTo>
                <a:close/>
              </a:path>
            </a:pathLst>
          </a:custGeom>
          <a:blipFill>
            <a:blip r:embed="rId2">
              <a:extLst>
                <a:ext uri="{BEBA8EAE-BF5A-486C-A8C5-ECC9F3942E4B}">
                  <a14:imgProps xmlns:a14="http://schemas.microsoft.com/office/drawing/2010/main">
                    <a14:imgLayer r:embed="rId3">
                      <a14:imgEffect>
                        <a14:backgroundRemoval t="8434" b="87952" l="9910" r="89790"/>
                      </a14:imgEffect>
                    </a14:imgLayer>
                  </a14:imgProps>
                </a:ext>
              </a:extLst>
            </a:blip>
            <a:stretch>
              <a:fillRect t="-14277" b="-3918"/>
            </a:stretch>
          </a:blipFill>
        </p:spPr>
        <p:txBody>
          <a:bodyPr/>
          <a:lstStyle/>
          <a:p>
            <a:endParaRPr lang="en-US" sz="1200" dirty="0"/>
          </a:p>
        </p:txBody>
      </p:sp>
      <p:pic>
        <p:nvPicPr>
          <p:cNvPr id="6" name="Picture 5">
            <a:extLst>
              <a:ext uri="{FF2B5EF4-FFF2-40B4-BE49-F238E27FC236}">
                <a16:creationId xmlns:a16="http://schemas.microsoft.com/office/drawing/2014/main" id="{BBAF883E-BEDA-47FF-A340-DE3CDED1C2B8}"/>
              </a:ext>
            </a:extLst>
          </p:cNvPr>
          <p:cNvPicPr>
            <a:picLocks noChangeAspect="1"/>
          </p:cNvPicPr>
          <p:nvPr/>
        </p:nvPicPr>
        <p:blipFill>
          <a:blip r:embed="rId4"/>
          <a:stretch>
            <a:fillRect/>
          </a:stretch>
        </p:blipFill>
        <p:spPr>
          <a:xfrm>
            <a:off x="1158303" y="1328254"/>
            <a:ext cx="9466627" cy="498309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TotalTime>
  <Words>839</Words>
  <Application>Microsoft Office PowerPoint</Application>
  <PresentationFormat>Widescreen</PresentationFormat>
  <Paragraphs>122</Paragraphs>
  <Slides>9</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Calibri Light</vt:lpstr>
      <vt:lpstr>Cambria</vt:lpstr>
      <vt:lpstr>Georgia</vt:lpstr>
      <vt:lpstr>Times New Roman</vt:lpstr>
      <vt:lpstr>Times New Roman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VANGA KARTHIK REDDY</dc:creator>
  <cp:lastModifiedBy>abdul mubashir</cp:lastModifiedBy>
  <cp:revision>17</cp:revision>
  <dcterms:created xsi:type="dcterms:W3CDTF">2026-07-23T15:20:00Z</dcterms:created>
  <dcterms:modified xsi:type="dcterms:W3CDTF">2026-07-27T06:09:05Z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0EF2DC46DA13476CBF060D4A6CFC8912_12</vt:lpwstr>
  </property>
</Properties>
</file>